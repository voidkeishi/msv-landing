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4"/>
  </p:sldMasterIdLst>
  <p:notesMasterIdLst>
    <p:notesMasterId r:id="rId19"/>
  </p:notesMasterIdLst>
  <p:sldIdLst>
    <p:sldId id="265" r:id="rId5"/>
    <p:sldId id="266" r:id="rId6"/>
    <p:sldId id="275" r:id="rId7"/>
    <p:sldId id="267" r:id="rId8"/>
    <p:sldId id="268" r:id="rId9"/>
    <p:sldId id="269" r:id="rId10"/>
    <p:sldId id="276" r:id="rId11"/>
    <p:sldId id="270" r:id="rId12"/>
    <p:sldId id="271" r:id="rId13"/>
    <p:sldId id="277" r:id="rId14"/>
    <p:sldId id="272" r:id="rId15"/>
    <p:sldId id="273" r:id="rId16"/>
    <p:sldId id="274" r:id="rId17"/>
    <p:sldId id="26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0A5A226-B995-4807-9C44-ADD6EC764154}">
          <p14:sldIdLst>
            <p14:sldId id="265"/>
            <p14:sldId id="266"/>
            <p14:sldId id="275"/>
            <p14:sldId id="267"/>
            <p14:sldId id="268"/>
            <p14:sldId id="269"/>
            <p14:sldId id="276"/>
            <p14:sldId id="270"/>
            <p14:sldId id="271"/>
            <p14:sldId id="277"/>
            <p14:sldId id="272"/>
            <p14:sldId id="273"/>
            <p14:sldId id="274"/>
            <p14:sldId id="262"/>
          </p14:sldIdLst>
        </p14:section>
      </p14:sectionLst>
    </p:ext>
    <p:ext uri="{EFAFB233-063F-42B5-8137-9DF3F51BA10A}">
      <p15:sldGuideLst xmlns:p15="http://schemas.microsoft.com/office/powerpoint/2012/main">
        <p15:guide id="1" pos="574" userDrawn="1">
          <p15:clr>
            <a:srgbClr val="A4A3A4"/>
          </p15:clr>
        </p15:guide>
        <p15:guide id="2" orient="horz" pos="572" userDrawn="1">
          <p15:clr>
            <a:srgbClr val="A4A3A4"/>
          </p15:clr>
        </p15:guide>
        <p15:guide id="3" pos="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6B8FC6-7F5B-44BD-8689-F0B54F9ABB5A}" v="150" dt="2026-02-01T17:16:37.1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27"/>
  </p:normalViewPr>
  <p:slideViewPr>
    <p:cSldViewPr snapToGrid="0" snapToObjects="1">
      <p:cViewPr varScale="1">
        <p:scale>
          <a:sx n="71" d="100"/>
          <a:sy n="71" d="100"/>
        </p:scale>
        <p:origin x="1061" y="283"/>
      </p:cViewPr>
      <p:guideLst>
        <p:guide pos="574"/>
        <p:guide orient="horz" pos="572"/>
        <p:guide pos="84"/>
      </p:guideLst>
    </p:cSldViewPr>
  </p:slideViewPr>
  <p:notesTextViewPr>
    <p:cViewPr>
      <p:scale>
        <a:sx n="1" d="1"/>
        <a:sy n="1" d="1"/>
      </p:scale>
      <p:origin x="0" y="0"/>
    </p:cViewPr>
  </p:notesTextViewPr>
  <p:gridSpacing cx="180000" cy="1800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 Taranaki" userId="5e366b3c-24f3-4a3a-82ae-4290c43f14a8" providerId="ADAL" clId="{A8BC1B18-82B0-4EE0-A0EE-68767D30358E}"/>
    <pc:docChg chg="undo custSel mod addSld delSld modSld sldOrd modMainMaster modSection modNotesMaster">
      <pc:chgData name="Lon Taranaki" userId="5e366b3c-24f3-4a3a-82ae-4290c43f14a8" providerId="ADAL" clId="{A8BC1B18-82B0-4EE0-A0EE-68767D30358E}" dt="2026-02-01T17:16:37.194" v="2419" actId="255"/>
      <pc:docMkLst>
        <pc:docMk/>
      </pc:docMkLst>
      <pc:sldChg chg="addSp delSp modSp mod modClrScheme chgLayout">
        <pc:chgData name="Lon Taranaki" userId="5e366b3c-24f3-4a3a-82ae-4290c43f14a8" providerId="ADAL" clId="{A8BC1B18-82B0-4EE0-A0EE-68767D30358E}" dt="2026-02-01T15:10:42.627" v="1785" actId="20577"/>
        <pc:sldMkLst>
          <pc:docMk/>
          <pc:sldMk cId="1937637432" sldId="262"/>
        </pc:sldMkLst>
        <pc:spChg chg="mod">
          <ac:chgData name="Lon Taranaki" userId="5e366b3c-24f3-4a3a-82ae-4290c43f14a8" providerId="ADAL" clId="{A8BC1B18-82B0-4EE0-A0EE-68767D30358E}" dt="2026-02-01T07:13:26.179" v="1"/>
          <ac:spMkLst>
            <pc:docMk/>
            <pc:sldMk cId="1937637432" sldId="262"/>
            <ac:spMk id="2" creationId="{1FB8F017-158C-4618-824F-0FB8C69421F2}"/>
          </ac:spMkLst>
        </pc:spChg>
        <pc:spChg chg="add mod ord">
          <ac:chgData name="Lon Taranaki" userId="5e366b3c-24f3-4a3a-82ae-4290c43f14a8" providerId="ADAL" clId="{A8BC1B18-82B0-4EE0-A0EE-68767D30358E}" dt="2026-02-01T15:10:42.627" v="1785" actId="20577"/>
          <ac:spMkLst>
            <pc:docMk/>
            <pc:sldMk cId="1937637432" sldId="262"/>
            <ac:spMk id="3" creationId="{BBEE1125-A5D8-6C17-62DB-E7BD039A5782}"/>
          </ac:spMkLst>
        </pc:spChg>
        <pc:spChg chg="add mod">
          <ac:chgData name="Lon Taranaki" userId="5e366b3c-24f3-4a3a-82ae-4290c43f14a8" providerId="ADAL" clId="{A8BC1B18-82B0-4EE0-A0EE-68767D30358E}" dt="2026-02-01T15:00:46.370" v="1593" actId="20577"/>
          <ac:spMkLst>
            <pc:docMk/>
            <pc:sldMk cId="1937637432" sldId="262"/>
            <ac:spMk id="4" creationId="{ABE0D349-D220-FE90-56BA-EAE45D329B80}"/>
          </ac:spMkLst>
        </pc:spChg>
        <pc:spChg chg="del mod ord">
          <ac:chgData name="Lon Taranaki" userId="5e366b3c-24f3-4a3a-82ae-4290c43f14a8" providerId="ADAL" clId="{A8BC1B18-82B0-4EE0-A0EE-68767D30358E}" dt="2026-02-01T07:13:46.531" v="3" actId="700"/>
          <ac:spMkLst>
            <pc:docMk/>
            <pc:sldMk cId="1937637432" sldId="262"/>
            <ac:spMk id="5" creationId="{3F337CAF-B657-552E-954F-1207D34F19A1}"/>
          </ac:spMkLst>
        </pc:spChg>
        <pc:spChg chg="del">
          <ac:chgData name="Lon Taranaki" userId="5e366b3c-24f3-4a3a-82ae-4290c43f14a8" providerId="ADAL" clId="{A8BC1B18-82B0-4EE0-A0EE-68767D30358E}" dt="2026-02-01T07:13:46.531" v="3" actId="700"/>
          <ac:spMkLst>
            <pc:docMk/>
            <pc:sldMk cId="1937637432" sldId="262"/>
            <ac:spMk id="6" creationId="{8819C059-ACA3-FDEA-3DA8-0732EBE37CFB}"/>
          </ac:spMkLst>
        </pc:spChg>
        <pc:spChg chg="del">
          <ac:chgData name="Lon Taranaki" userId="5e366b3c-24f3-4a3a-82ae-4290c43f14a8" providerId="ADAL" clId="{A8BC1B18-82B0-4EE0-A0EE-68767D30358E}" dt="2026-02-01T07:13:46.531" v="3" actId="700"/>
          <ac:spMkLst>
            <pc:docMk/>
            <pc:sldMk cId="1937637432" sldId="262"/>
            <ac:spMk id="7" creationId="{CA678FF8-59EA-E934-14FC-89DD33528AC0}"/>
          </ac:spMkLst>
        </pc:spChg>
      </pc:sldChg>
      <pc:sldChg chg="modSp del">
        <pc:chgData name="Lon Taranaki" userId="5e366b3c-24f3-4a3a-82ae-4290c43f14a8" providerId="ADAL" clId="{A8BC1B18-82B0-4EE0-A0EE-68767D30358E}" dt="2026-02-01T07:13:40.757" v="2" actId="47"/>
        <pc:sldMkLst>
          <pc:docMk/>
          <pc:sldMk cId="1128766310" sldId="264"/>
        </pc:sldMkLst>
        <pc:spChg chg="mod">
          <ac:chgData name="Lon Taranaki" userId="5e366b3c-24f3-4a3a-82ae-4290c43f14a8" providerId="ADAL" clId="{A8BC1B18-82B0-4EE0-A0EE-68767D30358E}" dt="2026-02-01T07:13:26.179" v="1"/>
          <ac:spMkLst>
            <pc:docMk/>
            <pc:sldMk cId="1128766310" sldId="264"/>
            <ac:spMk id="2" creationId="{085871FD-9B1D-E6C8-7931-0B6A05CCEAD3}"/>
          </ac:spMkLst>
        </pc:spChg>
        <pc:spChg chg="mod">
          <ac:chgData name="Lon Taranaki" userId="5e366b3c-24f3-4a3a-82ae-4290c43f14a8" providerId="ADAL" clId="{A8BC1B18-82B0-4EE0-A0EE-68767D30358E}" dt="2026-02-01T07:13:26.179" v="1"/>
          <ac:spMkLst>
            <pc:docMk/>
            <pc:sldMk cId="1128766310" sldId="264"/>
            <ac:spMk id="4" creationId="{7CDE70BA-547F-7B8C-DF93-B661885F7BE0}"/>
          </ac:spMkLst>
        </pc:spChg>
      </pc:sldChg>
      <pc:sldChg chg="modSp mod">
        <pc:chgData name="Lon Taranaki" userId="5e366b3c-24f3-4a3a-82ae-4290c43f14a8" providerId="ADAL" clId="{A8BC1B18-82B0-4EE0-A0EE-68767D30358E}" dt="2026-02-01T15:04:04.162" v="1702" actId="1036"/>
        <pc:sldMkLst>
          <pc:docMk/>
          <pc:sldMk cId="2821199176" sldId="265"/>
        </pc:sldMkLst>
        <pc:spChg chg="mod">
          <ac:chgData name="Lon Taranaki" userId="5e366b3c-24f3-4a3a-82ae-4290c43f14a8" providerId="ADAL" clId="{A8BC1B18-82B0-4EE0-A0EE-68767D30358E}" dt="2026-02-01T07:13:26.179" v="1"/>
          <ac:spMkLst>
            <pc:docMk/>
            <pc:sldMk cId="2821199176" sldId="265"/>
            <ac:spMk id="5" creationId="{2BE0B2E8-2912-A5FF-6E3F-FFB40BAFCC19}"/>
          </ac:spMkLst>
        </pc:spChg>
        <pc:spChg chg="mod">
          <ac:chgData name="Lon Taranaki" userId="5e366b3c-24f3-4a3a-82ae-4290c43f14a8" providerId="ADAL" clId="{A8BC1B18-82B0-4EE0-A0EE-68767D30358E}" dt="2026-02-01T15:04:04.162" v="1702" actId="1036"/>
          <ac:spMkLst>
            <pc:docMk/>
            <pc:sldMk cId="2821199176" sldId="265"/>
            <ac:spMk id="6" creationId="{3EA79050-94E9-7556-22CB-99C077163A5D}"/>
          </ac:spMkLst>
        </pc:spChg>
      </pc:sldChg>
      <pc:sldChg chg="addSp delSp modSp mod">
        <pc:chgData name="Lon Taranaki" userId="5e366b3c-24f3-4a3a-82ae-4290c43f14a8" providerId="ADAL" clId="{A8BC1B18-82B0-4EE0-A0EE-68767D30358E}" dt="2026-02-01T17:13:02.202" v="2417" actId="255"/>
        <pc:sldMkLst>
          <pc:docMk/>
          <pc:sldMk cId="882636328" sldId="266"/>
        </pc:sldMkLst>
        <pc:spChg chg="mod">
          <ac:chgData name="Lon Taranaki" userId="5e366b3c-24f3-4a3a-82ae-4290c43f14a8" providerId="ADAL" clId="{A8BC1B18-82B0-4EE0-A0EE-68767D30358E}" dt="2026-02-01T07:13:26.179" v="1"/>
          <ac:spMkLst>
            <pc:docMk/>
            <pc:sldMk cId="882636328" sldId="266"/>
            <ac:spMk id="2" creationId="{82885444-81B4-EAEF-5544-AF2382CE6D3B}"/>
          </ac:spMkLst>
        </pc:spChg>
        <pc:spChg chg="mod">
          <ac:chgData name="Lon Taranaki" userId="5e366b3c-24f3-4a3a-82ae-4290c43f14a8" providerId="ADAL" clId="{A8BC1B18-82B0-4EE0-A0EE-68767D30358E}" dt="2026-02-01T07:38:51.614" v="27" actId="20577"/>
          <ac:spMkLst>
            <pc:docMk/>
            <pc:sldMk cId="882636328" sldId="266"/>
            <ac:spMk id="3" creationId="{D285EEFB-188E-AAE0-8D57-0B4C1F014525}"/>
          </ac:spMkLst>
        </pc:spChg>
        <pc:spChg chg="add mod">
          <ac:chgData name="Lon Taranaki" userId="5e366b3c-24f3-4a3a-82ae-4290c43f14a8" providerId="ADAL" clId="{A8BC1B18-82B0-4EE0-A0EE-68767D30358E}" dt="2026-02-01T15:33:12.917" v="2049" actId="207"/>
          <ac:spMkLst>
            <pc:docMk/>
            <pc:sldMk cId="882636328" sldId="266"/>
            <ac:spMk id="4" creationId="{66895FA6-FE3A-8593-C468-DECF47550899}"/>
          </ac:spMkLst>
        </pc:spChg>
        <pc:spChg chg="mod">
          <ac:chgData name="Lon Taranaki" userId="5e366b3c-24f3-4a3a-82ae-4290c43f14a8" providerId="ADAL" clId="{A8BC1B18-82B0-4EE0-A0EE-68767D30358E}" dt="2026-02-01T17:13:02.202" v="2417" actId="255"/>
          <ac:spMkLst>
            <pc:docMk/>
            <pc:sldMk cId="882636328" sldId="266"/>
            <ac:spMk id="5" creationId="{D86A9FCE-29FA-C04E-B8C4-C7862FCAB581}"/>
          </ac:spMkLst>
        </pc:spChg>
        <pc:spChg chg="add mod">
          <ac:chgData name="Lon Taranaki" userId="5e366b3c-24f3-4a3a-82ae-4290c43f14a8" providerId="ADAL" clId="{A8BC1B18-82B0-4EE0-A0EE-68767D30358E}" dt="2026-02-01T15:14:59.240" v="1844" actId="1035"/>
          <ac:spMkLst>
            <pc:docMk/>
            <pc:sldMk cId="882636328" sldId="266"/>
            <ac:spMk id="7" creationId="{5141D551-4281-219A-4FA4-FBEE35DCD140}"/>
          </ac:spMkLst>
        </pc:spChg>
        <pc:spChg chg="add mod">
          <ac:chgData name="Lon Taranaki" userId="5e366b3c-24f3-4a3a-82ae-4290c43f14a8" providerId="ADAL" clId="{A8BC1B18-82B0-4EE0-A0EE-68767D30358E}" dt="2026-02-01T15:36:42.347" v="2117" actId="20577"/>
          <ac:spMkLst>
            <pc:docMk/>
            <pc:sldMk cId="882636328" sldId="266"/>
            <ac:spMk id="9" creationId="{EDB98C59-1555-E12C-F302-987ABBED8609}"/>
          </ac:spMkLst>
        </pc:spChg>
        <pc:spChg chg="add mod">
          <ac:chgData name="Lon Taranaki" userId="5e366b3c-24f3-4a3a-82ae-4290c43f14a8" providerId="ADAL" clId="{A8BC1B18-82B0-4EE0-A0EE-68767D30358E}" dt="2026-02-01T15:36:10.553" v="2079" actId="1076"/>
          <ac:spMkLst>
            <pc:docMk/>
            <pc:sldMk cId="882636328" sldId="266"/>
            <ac:spMk id="32" creationId="{A99DA3AC-6370-1646-0B25-4A698B77575A}"/>
          </ac:spMkLst>
        </pc:spChg>
        <pc:spChg chg="add mod">
          <ac:chgData name="Lon Taranaki" userId="5e366b3c-24f3-4a3a-82ae-4290c43f14a8" providerId="ADAL" clId="{A8BC1B18-82B0-4EE0-A0EE-68767D30358E}" dt="2026-02-01T15:36:37.199" v="2108" actId="1076"/>
          <ac:spMkLst>
            <pc:docMk/>
            <pc:sldMk cId="882636328" sldId="266"/>
            <ac:spMk id="33" creationId="{7BF0D638-1BE9-B006-78E5-C513F19133ED}"/>
          </ac:spMkLst>
        </pc:spChg>
        <pc:picChg chg="add mod">
          <ac:chgData name="Lon Taranaki" userId="5e366b3c-24f3-4a3a-82ae-4290c43f14a8" providerId="ADAL" clId="{A8BC1B18-82B0-4EE0-A0EE-68767D30358E}" dt="2026-02-01T15:23:43.980" v="1982" actId="1037"/>
          <ac:picMkLst>
            <pc:docMk/>
            <pc:sldMk cId="882636328" sldId="266"/>
            <ac:picMk id="11" creationId="{F493C81D-B24F-6950-9461-9FC675185327}"/>
          </ac:picMkLst>
        </pc:picChg>
        <pc:picChg chg="add mod">
          <ac:chgData name="Lon Taranaki" userId="5e366b3c-24f3-4a3a-82ae-4290c43f14a8" providerId="ADAL" clId="{A8BC1B18-82B0-4EE0-A0EE-68767D30358E}" dt="2026-02-01T15:23:43.980" v="1982" actId="1037"/>
          <ac:picMkLst>
            <pc:docMk/>
            <pc:sldMk cId="882636328" sldId="266"/>
            <ac:picMk id="13" creationId="{F8CC62A6-BD33-E822-D82A-5D921D710E8F}"/>
          </ac:picMkLst>
        </pc:picChg>
        <pc:picChg chg="add mod">
          <ac:chgData name="Lon Taranaki" userId="5e366b3c-24f3-4a3a-82ae-4290c43f14a8" providerId="ADAL" clId="{A8BC1B18-82B0-4EE0-A0EE-68767D30358E}" dt="2026-02-01T15:23:43.980" v="1982" actId="1037"/>
          <ac:picMkLst>
            <pc:docMk/>
            <pc:sldMk cId="882636328" sldId="266"/>
            <ac:picMk id="15" creationId="{F78D5F64-E4B6-2C64-E2A2-B2D2CE5D6723}"/>
          </ac:picMkLst>
        </pc:picChg>
        <pc:picChg chg="add mod">
          <ac:chgData name="Lon Taranaki" userId="5e366b3c-24f3-4a3a-82ae-4290c43f14a8" providerId="ADAL" clId="{A8BC1B18-82B0-4EE0-A0EE-68767D30358E}" dt="2026-02-01T15:23:43.980" v="1982" actId="1037"/>
          <ac:picMkLst>
            <pc:docMk/>
            <pc:sldMk cId="882636328" sldId="266"/>
            <ac:picMk id="17" creationId="{AD4A68F1-3150-D55C-A766-B0C774FA4251}"/>
          </ac:picMkLst>
        </pc:picChg>
        <pc:picChg chg="add mod modCrop">
          <ac:chgData name="Lon Taranaki" userId="5e366b3c-24f3-4a3a-82ae-4290c43f14a8" providerId="ADAL" clId="{A8BC1B18-82B0-4EE0-A0EE-68767D30358E}" dt="2026-02-01T15:23:43.980" v="1982" actId="1037"/>
          <ac:picMkLst>
            <pc:docMk/>
            <pc:sldMk cId="882636328" sldId="266"/>
            <ac:picMk id="19" creationId="{31BE4980-7DC6-A3EA-68E1-523134369AC8}"/>
          </ac:picMkLst>
        </pc:picChg>
        <pc:picChg chg="add mod">
          <ac:chgData name="Lon Taranaki" userId="5e366b3c-24f3-4a3a-82ae-4290c43f14a8" providerId="ADAL" clId="{A8BC1B18-82B0-4EE0-A0EE-68767D30358E}" dt="2026-02-01T15:23:43.980" v="1982" actId="1037"/>
          <ac:picMkLst>
            <pc:docMk/>
            <pc:sldMk cId="882636328" sldId="266"/>
            <ac:picMk id="21" creationId="{585E73E6-1143-48A7-7530-9840750B332F}"/>
          </ac:picMkLst>
        </pc:picChg>
        <pc:picChg chg="add mod">
          <ac:chgData name="Lon Taranaki" userId="5e366b3c-24f3-4a3a-82ae-4290c43f14a8" providerId="ADAL" clId="{A8BC1B18-82B0-4EE0-A0EE-68767D30358E}" dt="2026-02-01T15:31:09.455" v="2020" actId="1037"/>
          <ac:picMkLst>
            <pc:docMk/>
            <pc:sldMk cId="882636328" sldId="266"/>
            <ac:picMk id="23" creationId="{5AFAAFD2-298B-1C04-0F2C-59495D8AD9D6}"/>
          </ac:picMkLst>
        </pc:picChg>
        <pc:picChg chg="add del mod">
          <ac:chgData name="Lon Taranaki" userId="5e366b3c-24f3-4a3a-82ae-4290c43f14a8" providerId="ADAL" clId="{A8BC1B18-82B0-4EE0-A0EE-68767D30358E}" dt="2026-02-01T15:27:53.697" v="1992" actId="478"/>
          <ac:picMkLst>
            <pc:docMk/>
            <pc:sldMk cId="882636328" sldId="266"/>
            <ac:picMk id="25" creationId="{B3234333-F09A-A8A3-622D-F413706075B9}"/>
          </ac:picMkLst>
        </pc:picChg>
        <pc:picChg chg="add mod">
          <ac:chgData name="Lon Taranaki" userId="5e366b3c-24f3-4a3a-82ae-4290c43f14a8" providerId="ADAL" clId="{A8BC1B18-82B0-4EE0-A0EE-68767D30358E}" dt="2026-02-01T15:31:09.455" v="2020" actId="1037"/>
          <ac:picMkLst>
            <pc:docMk/>
            <pc:sldMk cId="882636328" sldId="266"/>
            <ac:picMk id="27" creationId="{4B6814D5-097D-6B79-CE66-54A8BDD85860}"/>
          </ac:picMkLst>
        </pc:picChg>
        <pc:picChg chg="add mod">
          <ac:chgData name="Lon Taranaki" userId="5e366b3c-24f3-4a3a-82ae-4290c43f14a8" providerId="ADAL" clId="{A8BC1B18-82B0-4EE0-A0EE-68767D30358E}" dt="2026-02-01T15:31:09.455" v="2020" actId="1037"/>
          <ac:picMkLst>
            <pc:docMk/>
            <pc:sldMk cId="882636328" sldId="266"/>
            <ac:picMk id="29" creationId="{ED89870E-3CCD-C544-90A6-A58A22A1688D}"/>
          </ac:picMkLst>
        </pc:picChg>
        <pc:picChg chg="add mod">
          <ac:chgData name="Lon Taranaki" userId="5e366b3c-24f3-4a3a-82ae-4290c43f14a8" providerId="ADAL" clId="{A8BC1B18-82B0-4EE0-A0EE-68767D30358E}" dt="2026-02-01T15:31:09.455" v="2020" actId="1037"/>
          <ac:picMkLst>
            <pc:docMk/>
            <pc:sldMk cId="882636328" sldId="266"/>
            <ac:picMk id="31" creationId="{15D66DC2-1C58-AEE1-261F-050F73BE490F}"/>
          </ac:picMkLst>
        </pc:picChg>
      </pc:sldChg>
      <pc:sldChg chg="addSp delSp modSp mod modClrScheme chgLayout">
        <pc:chgData name="Lon Taranaki" userId="5e366b3c-24f3-4a3a-82ae-4290c43f14a8" providerId="ADAL" clId="{A8BC1B18-82B0-4EE0-A0EE-68767D30358E}" dt="2026-02-01T17:16:37.194" v="2419" actId="255"/>
        <pc:sldMkLst>
          <pc:docMk/>
          <pc:sldMk cId="2118449386" sldId="267"/>
        </pc:sldMkLst>
        <pc:spChg chg="add mod">
          <ac:chgData name="Lon Taranaki" userId="5e366b3c-24f3-4a3a-82ae-4290c43f14a8" providerId="ADAL" clId="{A8BC1B18-82B0-4EE0-A0EE-68767D30358E}" dt="2026-02-01T14:05:56.923" v="959" actId="164"/>
          <ac:spMkLst>
            <pc:docMk/>
            <pc:sldMk cId="2118449386" sldId="267"/>
            <ac:spMk id="2" creationId="{6B64AB73-60A3-5D34-532C-FDE1EC81A9CD}"/>
          </ac:spMkLst>
        </pc:spChg>
        <pc:spChg chg="add mod">
          <ac:chgData name="Lon Taranaki" userId="5e366b3c-24f3-4a3a-82ae-4290c43f14a8" providerId="ADAL" clId="{A8BC1B18-82B0-4EE0-A0EE-68767D30358E}" dt="2026-02-01T14:05:56.923" v="959" actId="164"/>
          <ac:spMkLst>
            <pc:docMk/>
            <pc:sldMk cId="2118449386" sldId="267"/>
            <ac:spMk id="3" creationId="{1238D6AD-6DB0-D06A-12DF-35E73C72167A}"/>
          </ac:spMkLst>
        </pc:spChg>
        <pc:spChg chg="del mod ord">
          <ac:chgData name="Lon Taranaki" userId="5e366b3c-24f3-4a3a-82ae-4290c43f14a8" providerId="ADAL" clId="{A8BC1B18-82B0-4EE0-A0EE-68767D30358E}" dt="2026-02-01T07:41:02.852" v="50" actId="700"/>
          <ac:spMkLst>
            <pc:docMk/>
            <pc:sldMk cId="2118449386" sldId="267"/>
            <ac:spMk id="4" creationId="{15ED004B-C5F5-F971-4C42-355178FC57F7}"/>
          </ac:spMkLst>
        </pc:spChg>
        <pc:spChg chg="add mod">
          <ac:chgData name="Lon Taranaki" userId="5e366b3c-24f3-4a3a-82ae-4290c43f14a8" providerId="ADAL" clId="{A8BC1B18-82B0-4EE0-A0EE-68767D30358E}" dt="2026-02-01T14:05:56.923" v="959" actId="164"/>
          <ac:spMkLst>
            <pc:docMk/>
            <pc:sldMk cId="2118449386" sldId="267"/>
            <ac:spMk id="4" creationId="{818B3BF3-F388-87B9-AC8A-F4CF0DE3CA24}"/>
          </ac:spMkLst>
        </pc:spChg>
        <pc:spChg chg="del mod">
          <ac:chgData name="Lon Taranaki" userId="5e366b3c-24f3-4a3a-82ae-4290c43f14a8" providerId="ADAL" clId="{A8BC1B18-82B0-4EE0-A0EE-68767D30358E}" dt="2026-02-01T07:40:18.920" v="46" actId="478"/>
          <ac:spMkLst>
            <pc:docMk/>
            <pc:sldMk cId="2118449386" sldId="267"/>
            <ac:spMk id="5" creationId="{71A50AD7-8EDF-CB94-F362-0FE0904B4C3F}"/>
          </ac:spMkLst>
        </pc:spChg>
        <pc:spChg chg="add mod">
          <ac:chgData name="Lon Taranaki" userId="5e366b3c-24f3-4a3a-82ae-4290c43f14a8" providerId="ADAL" clId="{A8BC1B18-82B0-4EE0-A0EE-68767D30358E}" dt="2026-02-01T14:05:56.923" v="959" actId="164"/>
          <ac:spMkLst>
            <pc:docMk/>
            <pc:sldMk cId="2118449386" sldId="267"/>
            <ac:spMk id="5" creationId="{D2C05AB7-9BA9-7534-53A4-E1341E54A52C}"/>
          </ac:spMkLst>
        </pc:spChg>
        <pc:spChg chg="del">
          <ac:chgData name="Lon Taranaki" userId="5e366b3c-24f3-4a3a-82ae-4290c43f14a8" providerId="ADAL" clId="{A8BC1B18-82B0-4EE0-A0EE-68767D30358E}" dt="2026-02-01T07:40:20.273" v="47" actId="478"/>
          <ac:spMkLst>
            <pc:docMk/>
            <pc:sldMk cId="2118449386" sldId="267"/>
            <ac:spMk id="6" creationId="{D3E2D5C0-933D-38C9-B39D-4DFFFE285FD7}"/>
          </ac:spMkLst>
        </pc:spChg>
        <pc:spChg chg="mod">
          <ac:chgData name="Lon Taranaki" userId="5e366b3c-24f3-4a3a-82ae-4290c43f14a8" providerId="ADAL" clId="{A8BC1B18-82B0-4EE0-A0EE-68767D30358E}" dt="2026-02-01T07:13:26.179" v="1"/>
          <ac:spMkLst>
            <pc:docMk/>
            <pc:sldMk cId="2118449386" sldId="267"/>
            <ac:spMk id="7" creationId="{9532FF1B-E4F5-3E61-C30F-BCC9B661FF19}"/>
          </ac:spMkLst>
        </pc:spChg>
        <pc:spChg chg="add mod">
          <ac:chgData name="Lon Taranaki" userId="5e366b3c-24f3-4a3a-82ae-4290c43f14a8" providerId="ADAL" clId="{A8BC1B18-82B0-4EE0-A0EE-68767D30358E}" dt="2026-02-01T07:40:53.133" v="49"/>
          <ac:spMkLst>
            <pc:docMk/>
            <pc:sldMk cId="2118449386" sldId="267"/>
            <ac:spMk id="8" creationId="{E323397C-7CE7-B0A1-3C4A-12ACE4B22747}"/>
          </ac:spMkLst>
        </pc:spChg>
        <pc:spChg chg="add mod">
          <ac:chgData name="Lon Taranaki" userId="5e366b3c-24f3-4a3a-82ae-4290c43f14a8" providerId="ADAL" clId="{A8BC1B18-82B0-4EE0-A0EE-68767D30358E}" dt="2026-02-01T07:40:53.133" v="49"/>
          <ac:spMkLst>
            <pc:docMk/>
            <pc:sldMk cId="2118449386" sldId="267"/>
            <ac:spMk id="9" creationId="{697DA5E3-B532-510A-8930-99213A1494E6}"/>
          </ac:spMkLst>
        </pc:spChg>
        <pc:spChg chg="add mod ord">
          <ac:chgData name="Lon Taranaki" userId="5e366b3c-24f3-4a3a-82ae-4290c43f14a8" providerId="ADAL" clId="{A8BC1B18-82B0-4EE0-A0EE-68767D30358E}" dt="2026-02-01T07:42:13.939" v="89" actId="20577"/>
          <ac:spMkLst>
            <pc:docMk/>
            <pc:sldMk cId="2118449386" sldId="267"/>
            <ac:spMk id="10" creationId="{9B9E7A60-182C-6506-5B12-06D44767E15C}"/>
          </ac:spMkLst>
        </pc:spChg>
        <pc:spChg chg="add del mod ord">
          <ac:chgData name="Lon Taranaki" userId="5e366b3c-24f3-4a3a-82ae-4290c43f14a8" providerId="ADAL" clId="{A8BC1B18-82B0-4EE0-A0EE-68767D30358E}" dt="2026-02-01T07:41:16.098" v="51"/>
          <ac:spMkLst>
            <pc:docMk/>
            <pc:sldMk cId="2118449386" sldId="267"/>
            <ac:spMk id="11" creationId="{46EBB392-803D-8EAE-7AE3-18BD9CADC38B}"/>
          </ac:spMkLst>
        </pc:spChg>
        <pc:spChg chg="add mod">
          <ac:chgData name="Lon Taranaki" userId="5e366b3c-24f3-4a3a-82ae-4290c43f14a8" providerId="ADAL" clId="{A8BC1B18-82B0-4EE0-A0EE-68767D30358E}" dt="2026-02-01T17:16:37.194" v="2419" actId="255"/>
          <ac:spMkLst>
            <pc:docMk/>
            <pc:sldMk cId="2118449386" sldId="267"/>
            <ac:spMk id="14" creationId="{33BE1367-1328-406A-9BB8-8E82EDD7476F}"/>
          </ac:spMkLst>
        </pc:spChg>
        <pc:spChg chg="add del mod">
          <ac:chgData name="Lon Taranaki" userId="5e366b3c-24f3-4a3a-82ae-4290c43f14a8" providerId="ADAL" clId="{A8BC1B18-82B0-4EE0-A0EE-68767D30358E}" dt="2026-02-01T07:43:18.558" v="97" actId="478"/>
          <ac:spMkLst>
            <pc:docMk/>
            <pc:sldMk cId="2118449386" sldId="267"/>
            <ac:spMk id="15" creationId="{4E252704-1FD2-BDE9-B212-C577B09D784F}"/>
          </ac:spMkLst>
        </pc:spChg>
        <pc:grpChg chg="add mod">
          <ac:chgData name="Lon Taranaki" userId="5e366b3c-24f3-4a3a-82ae-4290c43f14a8" providerId="ADAL" clId="{A8BC1B18-82B0-4EE0-A0EE-68767D30358E}" dt="2026-02-01T15:07:58.224" v="1761" actId="1036"/>
          <ac:grpSpMkLst>
            <pc:docMk/>
            <pc:sldMk cId="2118449386" sldId="267"/>
            <ac:grpSpMk id="11" creationId="{0265C4AE-525B-F600-87E1-B8C0565EA230}"/>
          </ac:grpSpMkLst>
        </pc:grpChg>
        <pc:graphicFrameChg chg="add mod">
          <ac:chgData name="Lon Taranaki" userId="5e366b3c-24f3-4a3a-82ae-4290c43f14a8" providerId="ADAL" clId="{A8BC1B18-82B0-4EE0-A0EE-68767D30358E}" dt="2026-02-01T07:40:49.469" v="48"/>
          <ac:graphicFrameMkLst>
            <pc:docMk/>
            <pc:sldMk cId="2118449386" sldId="267"/>
            <ac:graphicFrameMk id="2" creationId="{367A3EBE-ED57-1B09-0690-C1B326B07AB9}"/>
          </ac:graphicFrameMkLst>
        </pc:graphicFrameChg>
        <pc:graphicFrameChg chg="add mod">
          <ac:chgData name="Lon Taranaki" userId="5e366b3c-24f3-4a3a-82ae-4290c43f14a8" providerId="ADAL" clId="{A8BC1B18-82B0-4EE0-A0EE-68767D30358E}" dt="2026-02-01T07:40:49.469" v="48"/>
          <ac:graphicFrameMkLst>
            <pc:docMk/>
            <pc:sldMk cId="2118449386" sldId="267"/>
            <ac:graphicFrameMk id="3" creationId="{A199E0E4-3462-A3E1-7E60-B6FDC0D779F1}"/>
          </ac:graphicFrameMkLst>
        </pc:graphicFrameChg>
        <pc:graphicFrameChg chg="add mod modGraphic">
          <ac:chgData name="Lon Taranaki" userId="5e366b3c-24f3-4a3a-82ae-4290c43f14a8" providerId="ADAL" clId="{A8BC1B18-82B0-4EE0-A0EE-68767D30358E}" dt="2026-02-01T15:07:58.224" v="1761" actId="1036"/>
          <ac:graphicFrameMkLst>
            <pc:docMk/>
            <pc:sldMk cId="2118449386" sldId="267"/>
            <ac:graphicFrameMk id="12" creationId="{AFE285C3-5E52-9B42-EB9C-2870930EC33C}"/>
          </ac:graphicFrameMkLst>
        </pc:graphicFrameChg>
        <pc:graphicFrameChg chg="add mod modGraphic">
          <ac:chgData name="Lon Taranaki" userId="5e366b3c-24f3-4a3a-82ae-4290c43f14a8" providerId="ADAL" clId="{A8BC1B18-82B0-4EE0-A0EE-68767D30358E}" dt="2026-02-01T15:07:58.224" v="1761" actId="1036"/>
          <ac:graphicFrameMkLst>
            <pc:docMk/>
            <pc:sldMk cId="2118449386" sldId="267"/>
            <ac:graphicFrameMk id="13" creationId="{2EF450AE-EA34-96AD-7D7E-FDB3ED62DB6D}"/>
          </ac:graphicFrameMkLst>
        </pc:graphicFrameChg>
        <pc:picChg chg="add mod">
          <ac:chgData name="Lon Taranaki" userId="5e366b3c-24f3-4a3a-82ae-4290c43f14a8" providerId="ADAL" clId="{A8BC1B18-82B0-4EE0-A0EE-68767D30358E}" dt="2026-02-01T07:40:53.133" v="49"/>
          <ac:picMkLst>
            <pc:docMk/>
            <pc:sldMk cId="2118449386" sldId="267"/>
            <ac:picMk id="1025" creationId="{2E9EEE60-E660-58B6-EA2B-95ED74F67943}"/>
          </ac:picMkLst>
        </pc:picChg>
        <pc:picChg chg="add del mod">
          <ac:chgData name="Lon Taranaki" userId="5e366b3c-24f3-4a3a-82ae-4290c43f14a8" providerId="ADAL" clId="{A8BC1B18-82B0-4EE0-A0EE-68767D30358E}" dt="2026-02-01T14:04:53.548" v="940" actId="478"/>
          <ac:picMkLst>
            <pc:docMk/>
            <pc:sldMk cId="2118449386" sldId="267"/>
            <ac:picMk id="1028" creationId="{43A01E65-0886-D08C-D23C-ABAF80895998}"/>
          </ac:picMkLst>
        </pc:picChg>
        <pc:cxnChg chg="add mod">
          <ac:chgData name="Lon Taranaki" userId="5e366b3c-24f3-4a3a-82ae-4290c43f14a8" providerId="ADAL" clId="{A8BC1B18-82B0-4EE0-A0EE-68767D30358E}" dt="2026-02-01T14:05:56.923" v="959" actId="164"/>
          <ac:cxnSpMkLst>
            <pc:docMk/>
            <pc:sldMk cId="2118449386" sldId="267"/>
            <ac:cxnSpMk id="6" creationId="{C2F4DA15-A2E8-E1BE-C54A-F8EF084D5D00}"/>
          </ac:cxnSpMkLst>
        </pc:cxnChg>
        <pc:cxnChg chg="add mod">
          <ac:chgData name="Lon Taranaki" userId="5e366b3c-24f3-4a3a-82ae-4290c43f14a8" providerId="ADAL" clId="{A8BC1B18-82B0-4EE0-A0EE-68767D30358E}" dt="2026-02-01T14:05:56.923" v="959" actId="164"/>
          <ac:cxnSpMkLst>
            <pc:docMk/>
            <pc:sldMk cId="2118449386" sldId="267"/>
            <ac:cxnSpMk id="8" creationId="{BF7A5E93-B80D-9D59-59C2-13266E4E7342}"/>
          </ac:cxnSpMkLst>
        </pc:cxnChg>
        <pc:cxnChg chg="add mod">
          <ac:chgData name="Lon Taranaki" userId="5e366b3c-24f3-4a3a-82ae-4290c43f14a8" providerId="ADAL" clId="{A8BC1B18-82B0-4EE0-A0EE-68767D30358E}" dt="2026-02-01T14:05:56.923" v="959" actId="164"/>
          <ac:cxnSpMkLst>
            <pc:docMk/>
            <pc:sldMk cId="2118449386" sldId="267"/>
            <ac:cxnSpMk id="9" creationId="{27C5E6BE-2C6C-E888-0010-3A60CBDB0575}"/>
          </ac:cxnSpMkLst>
        </pc:cxnChg>
      </pc:sldChg>
      <pc:sldChg chg="addSp delSp modSp new mod">
        <pc:chgData name="Lon Taranaki" userId="5e366b3c-24f3-4a3a-82ae-4290c43f14a8" providerId="ADAL" clId="{A8BC1B18-82B0-4EE0-A0EE-68767D30358E}" dt="2026-02-01T15:04:36.043" v="1703"/>
        <pc:sldMkLst>
          <pc:docMk/>
          <pc:sldMk cId="3800599940" sldId="268"/>
        </pc:sldMkLst>
        <pc:spChg chg="mod">
          <ac:chgData name="Lon Taranaki" userId="5e366b3c-24f3-4a3a-82ae-4290c43f14a8" providerId="ADAL" clId="{A8BC1B18-82B0-4EE0-A0EE-68767D30358E}" dt="2026-02-01T07:50:33.264" v="151" actId="20577"/>
          <ac:spMkLst>
            <pc:docMk/>
            <pc:sldMk cId="3800599940" sldId="268"/>
            <ac:spMk id="2" creationId="{BB0DBA79-8E3D-C326-D773-A000CC0FE7D5}"/>
          </ac:spMkLst>
        </pc:spChg>
        <pc:spChg chg="del">
          <ac:chgData name="Lon Taranaki" userId="5e366b3c-24f3-4a3a-82ae-4290c43f14a8" providerId="ADAL" clId="{A8BC1B18-82B0-4EE0-A0EE-68767D30358E}" dt="2026-02-01T07:44:34.140" v="99" actId="478"/>
          <ac:spMkLst>
            <pc:docMk/>
            <pc:sldMk cId="3800599940" sldId="268"/>
            <ac:spMk id="3" creationId="{C02556F1-92E0-2AD7-BE89-95C632874B80}"/>
          </ac:spMkLst>
        </pc:spChg>
        <pc:spChg chg="add mod">
          <ac:chgData name="Lon Taranaki" userId="5e366b3c-24f3-4a3a-82ae-4290c43f14a8" providerId="ADAL" clId="{A8BC1B18-82B0-4EE0-A0EE-68767D30358E}" dt="2026-02-01T07:44:58.309" v="103"/>
          <ac:spMkLst>
            <pc:docMk/>
            <pc:sldMk cId="3800599940" sldId="268"/>
            <ac:spMk id="5" creationId="{BFE18993-FEE4-13FA-CD78-40A9CD943AB7}"/>
          </ac:spMkLst>
        </pc:spChg>
        <pc:spChg chg="add mod">
          <ac:chgData name="Lon Taranaki" userId="5e366b3c-24f3-4a3a-82ae-4290c43f14a8" providerId="ADAL" clId="{A8BC1B18-82B0-4EE0-A0EE-68767D30358E}" dt="2026-02-01T13:22:41.670" v="657" actId="113"/>
          <ac:spMkLst>
            <pc:docMk/>
            <pc:sldMk cId="3800599940" sldId="268"/>
            <ac:spMk id="8" creationId="{4A185DB7-5925-AE0F-F3CB-A6793BED3888}"/>
          </ac:spMkLst>
        </pc:spChg>
        <pc:spChg chg="add mod">
          <ac:chgData name="Lon Taranaki" userId="5e366b3c-24f3-4a3a-82ae-4290c43f14a8" providerId="ADAL" clId="{A8BC1B18-82B0-4EE0-A0EE-68767D30358E}" dt="2026-02-01T13:22:45.369" v="658" actId="113"/>
          <ac:spMkLst>
            <pc:docMk/>
            <pc:sldMk cId="3800599940" sldId="268"/>
            <ac:spMk id="9" creationId="{BB1B140F-AD1B-AEC0-0026-1E0968544692}"/>
          </ac:spMkLst>
        </pc:spChg>
        <pc:spChg chg="add mod">
          <ac:chgData name="Lon Taranaki" userId="5e366b3c-24f3-4a3a-82ae-4290c43f14a8" providerId="ADAL" clId="{A8BC1B18-82B0-4EE0-A0EE-68767D30358E}" dt="2026-02-01T15:04:36.043" v="1703"/>
          <ac:spMkLst>
            <pc:docMk/>
            <pc:sldMk cId="3800599940" sldId="268"/>
            <ac:spMk id="21" creationId="{C3CE36CF-07A5-81C6-A5BC-2DA4D1F9CB93}"/>
          </ac:spMkLst>
        </pc:spChg>
        <pc:graphicFrameChg chg="add mod modGraphic">
          <ac:chgData name="Lon Taranaki" userId="5e366b3c-24f3-4a3a-82ae-4290c43f14a8" providerId="ADAL" clId="{A8BC1B18-82B0-4EE0-A0EE-68767D30358E}" dt="2026-02-01T14:28:28.002" v="1295"/>
          <ac:graphicFrameMkLst>
            <pc:docMk/>
            <pc:sldMk cId="3800599940" sldId="268"/>
            <ac:graphicFrameMk id="6" creationId="{A5D08484-5A0B-8DCB-9FFB-4CE0E8370485}"/>
          </ac:graphicFrameMkLst>
        </pc:graphicFrameChg>
        <pc:graphicFrameChg chg="add mod modGraphic">
          <ac:chgData name="Lon Taranaki" userId="5e366b3c-24f3-4a3a-82ae-4290c43f14a8" providerId="ADAL" clId="{A8BC1B18-82B0-4EE0-A0EE-68767D30358E}" dt="2026-02-01T14:04:15.431" v="929"/>
          <ac:graphicFrameMkLst>
            <pc:docMk/>
            <pc:sldMk cId="3800599940" sldId="268"/>
            <ac:graphicFrameMk id="7" creationId="{00F9E5F0-579E-4107-4344-65B92E25AECD}"/>
          </ac:graphicFrameMkLst>
        </pc:graphicFrameChg>
        <pc:picChg chg="add del mod modCrop">
          <ac:chgData name="Lon Taranaki" userId="5e366b3c-24f3-4a3a-82ae-4290c43f14a8" providerId="ADAL" clId="{A8BC1B18-82B0-4EE0-A0EE-68767D30358E}" dt="2026-02-01T13:58:04.034" v="892" actId="478"/>
          <ac:picMkLst>
            <pc:docMk/>
            <pc:sldMk cId="3800599940" sldId="268"/>
            <ac:picMk id="4" creationId="{D8134802-1BEA-657C-1AA8-7D1D75EA9E5D}"/>
          </ac:picMkLst>
        </pc:picChg>
        <pc:picChg chg="add del mod modCrop">
          <ac:chgData name="Lon Taranaki" userId="5e366b3c-24f3-4a3a-82ae-4290c43f14a8" providerId="ADAL" clId="{A8BC1B18-82B0-4EE0-A0EE-68767D30358E}" dt="2026-02-01T14:11:20.741" v="1006" actId="478"/>
          <ac:picMkLst>
            <pc:docMk/>
            <pc:sldMk cId="3800599940" sldId="268"/>
            <ac:picMk id="10" creationId="{5AAE24A7-F9B2-D962-F246-9F85EB6CF4EA}"/>
          </ac:picMkLst>
        </pc:picChg>
        <pc:picChg chg="add mod modCrop">
          <ac:chgData name="Lon Taranaki" userId="5e366b3c-24f3-4a3a-82ae-4290c43f14a8" providerId="ADAL" clId="{A8BC1B18-82B0-4EE0-A0EE-68767D30358E}" dt="2026-02-01T13:31:04.056" v="777" actId="1035"/>
          <ac:picMkLst>
            <pc:docMk/>
            <pc:sldMk cId="3800599940" sldId="268"/>
            <ac:picMk id="12" creationId="{1F585A37-7F8C-DDFB-FBE8-C9E21604910D}"/>
          </ac:picMkLst>
        </pc:picChg>
        <pc:picChg chg="add mod modCrop">
          <ac:chgData name="Lon Taranaki" userId="5e366b3c-24f3-4a3a-82ae-4290c43f14a8" providerId="ADAL" clId="{A8BC1B18-82B0-4EE0-A0EE-68767D30358E}" dt="2026-02-01T13:48:50.585" v="872" actId="732"/>
          <ac:picMkLst>
            <pc:docMk/>
            <pc:sldMk cId="3800599940" sldId="268"/>
            <ac:picMk id="14" creationId="{D726C493-7EBF-7D35-794B-C4DCFBFE86AC}"/>
          </ac:picMkLst>
        </pc:picChg>
        <pc:picChg chg="add mod modCrop">
          <ac:chgData name="Lon Taranaki" userId="5e366b3c-24f3-4a3a-82ae-4290c43f14a8" providerId="ADAL" clId="{A8BC1B18-82B0-4EE0-A0EE-68767D30358E}" dt="2026-02-01T13:58:48.372" v="901" actId="732"/>
          <ac:picMkLst>
            <pc:docMk/>
            <pc:sldMk cId="3800599940" sldId="268"/>
            <ac:picMk id="16" creationId="{6D31AFAF-DE6B-D0C5-86FD-05A8502222A6}"/>
          </ac:picMkLst>
        </pc:picChg>
        <pc:picChg chg="add mod modCrop">
          <ac:chgData name="Lon Taranaki" userId="5e366b3c-24f3-4a3a-82ae-4290c43f14a8" providerId="ADAL" clId="{A8BC1B18-82B0-4EE0-A0EE-68767D30358E}" dt="2026-02-01T14:04:08.201" v="928" actId="732"/>
          <ac:picMkLst>
            <pc:docMk/>
            <pc:sldMk cId="3800599940" sldId="268"/>
            <ac:picMk id="18" creationId="{C9F1D501-F941-BD07-3DAF-EF8A1D8AD39D}"/>
          </ac:picMkLst>
        </pc:picChg>
        <pc:picChg chg="add mod modCrop">
          <ac:chgData name="Lon Taranaki" userId="5e366b3c-24f3-4a3a-82ae-4290c43f14a8" providerId="ADAL" clId="{A8BC1B18-82B0-4EE0-A0EE-68767D30358E}" dt="2026-02-01T14:11:56.517" v="1018" actId="732"/>
          <ac:picMkLst>
            <pc:docMk/>
            <pc:sldMk cId="3800599940" sldId="268"/>
            <ac:picMk id="20" creationId="{6F31FE6B-9242-4EAB-BFC8-167C23F4B85F}"/>
          </ac:picMkLst>
        </pc:picChg>
        <pc:picChg chg="add mod">
          <ac:chgData name="Lon Taranaki" userId="5e366b3c-24f3-4a3a-82ae-4290c43f14a8" providerId="ADAL" clId="{A8BC1B18-82B0-4EE0-A0EE-68767D30358E}" dt="2026-02-01T07:44:58.309" v="103"/>
          <ac:picMkLst>
            <pc:docMk/>
            <pc:sldMk cId="3800599940" sldId="268"/>
            <ac:picMk id="2049" creationId="{CF238457-1CA3-E635-2B44-DBC6A80FDAC2}"/>
          </ac:picMkLst>
        </pc:picChg>
        <pc:picChg chg="add mod">
          <ac:chgData name="Lon Taranaki" userId="5e366b3c-24f3-4a3a-82ae-4290c43f14a8" providerId="ADAL" clId="{A8BC1B18-82B0-4EE0-A0EE-68767D30358E}" dt="2026-02-01T07:44:58.309" v="103"/>
          <ac:picMkLst>
            <pc:docMk/>
            <pc:sldMk cId="3800599940" sldId="268"/>
            <ac:picMk id="2050" creationId="{250382CB-785F-5602-EB5C-DFAA5DCA46ED}"/>
          </ac:picMkLst>
        </pc:picChg>
        <pc:picChg chg="add mod">
          <ac:chgData name="Lon Taranaki" userId="5e366b3c-24f3-4a3a-82ae-4290c43f14a8" providerId="ADAL" clId="{A8BC1B18-82B0-4EE0-A0EE-68767D30358E}" dt="2026-02-01T07:44:58.309" v="103"/>
          <ac:picMkLst>
            <pc:docMk/>
            <pc:sldMk cId="3800599940" sldId="268"/>
            <ac:picMk id="2051" creationId="{F60B1458-D159-FF96-4FE1-E5C5DC488139}"/>
          </ac:picMkLst>
        </pc:picChg>
        <pc:picChg chg="add mod">
          <ac:chgData name="Lon Taranaki" userId="5e366b3c-24f3-4a3a-82ae-4290c43f14a8" providerId="ADAL" clId="{A8BC1B18-82B0-4EE0-A0EE-68767D30358E}" dt="2026-02-01T07:44:58.309" v="103"/>
          <ac:picMkLst>
            <pc:docMk/>
            <pc:sldMk cId="3800599940" sldId="268"/>
            <ac:picMk id="2052" creationId="{20AC737D-42E8-7F64-55B0-12F717B8B05E}"/>
          </ac:picMkLst>
        </pc:picChg>
        <pc:picChg chg="add mod">
          <ac:chgData name="Lon Taranaki" userId="5e366b3c-24f3-4a3a-82ae-4290c43f14a8" providerId="ADAL" clId="{A8BC1B18-82B0-4EE0-A0EE-68767D30358E}" dt="2026-02-01T07:44:58.309" v="103"/>
          <ac:picMkLst>
            <pc:docMk/>
            <pc:sldMk cId="3800599940" sldId="268"/>
            <ac:picMk id="2054" creationId="{85F73C08-D1CF-DE4B-C64B-E0B9E0393398}"/>
          </ac:picMkLst>
        </pc:picChg>
        <pc:picChg chg="add mod">
          <ac:chgData name="Lon Taranaki" userId="5e366b3c-24f3-4a3a-82ae-4290c43f14a8" providerId="ADAL" clId="{A8BC1B18-82B0-4EE0-A0EE-68767D30358E}" dt="2026-02-01T07:44:58.309" v="103"/>
          <ac:picMkLst>
            <pc:docMk/>
            <pc:sldMk cId="3800599940" sldId="268"/>
            <ac:picMk id="2055" creationId="{8B36D78D-6829-CA90-E95B-FBCD34BC2FB8}"/>
          </ac:picMkLst>
        </pc:picChg>
        <pc:picChg chg="add mod">
          <ac:chgData name="Lon Taranaki" userId="5e366b3c-24f3-4a3a-82ae-4290c43f14a8" providerId="ADAL" clId="{A8BC1B18-82B0-4EE0-A0EE-68767D30358E}" dt="2026-02-01T07:44:58.309" v="103"/>
          <ac:picMkLst>
            <pc:docMk/>
            <pc:sldMk cId="3800599940" sldId="268"/>
            <ac:picMk id="2057" creationId="{0A79BEFB-DDFD-32D7-4B98-7628AF37D5AE}"/>
          </ac:picMkLst>
        </pc:picChg>
        <pc:picChg chg="add mod">
          <ac:chgData name="Lon Taranaki" userId="5e366b3c-24f3-4a3a-82ae-4290c43f14a8" providerId="ADAL" clId="{A8BC1B18-82B0-4EE0-A0EE-68767D30358E}" dt="2026-02-01T07:44:58.309" v="103"/>
          <ac:picMkLst>
            <pc:docMk/>
            <pc:sldMk cId="3800599940" sldId="268"/>
            <ac:picMk id="2058" creationId="{DDB10AF3-DC79-328B-D959-F754101FE6BA}"/>
          </ac:picMkLst>
        </pc:picChg>
        <pc:picChg chg="add mod">
          <ac:chgData name="Lon Taranaki" userId="5e366b3c-24f3-4a3a-82ae-4290c43f14a8" providerId="ADAL" clId="{A8BC1B18-82B0-4EE0-A0EE-68767D30358E}" dt="2026-02-01T07:44:58.309" v="103"/>
          <ac:picMkLst>
            <pc:docMk/>
            <pc:sldMk cId="3800599940" sldId="268"/>
            <ac:picMk id="2059" creationId="{FB314BDD-79FF-A4CD-2F61-3B8E794BED54}"/>
          </ac:picMkLst>
        </pc:picChg>
      </pc:sldChg>
      <pc:sldChg chg="addSp delSp modSp add mod">
        <pc:chgData name="Lon Taranaki" userId="5e366b3c-24f3-4a3a-82ae-4290c43f14a8" providerId="ADAL" clId="{A8BC1B18-82B0-4EE0-A0EE-68767D30358E}" dt="2026-02-01T17:11:54.473" v="2414" actId="123"/>
        <pc:sldMkLst>
          <pc:docMk/>
          <pc:sldMk cId="2797991121" sldId="269"/>
        </pc:sldMkLst>
        <pc:spChg chg="mod">
          <ac:chgData name="Lon Taranaki" userId="5e366b3c-24f3-4a3a-82ae-4290c43f14a8" providerId="ADAL" clId="{A8BC1B18-82B0-4EE0-A0EE-68767D30358E}" dt="2026-02-01T13:26:13.620" v="715" actId="1036"/>
          <ac:spMkLst>
            <pc:docMk/>
            <pc:sldMk cId="2797991121" sldId="269"/>
            <ac:spMk id="8" creationId="{F3CF45B8-2C8E-5FB3-E64B-DBA80F39947F}"/>
          </ac:spMkLst>
        </pc:spChg>
        <pc:spChg chg="mod">
          <ac:chgData name="Lon Taranaki" userId="5e366b3c-24f3-4a3a-82ae-4290c43f14a8" providerId="ADAL" clId="{A8BC1B18-82B0-4EE0-A0EE-68767D30358E}" dt="2026-02-01T14:04:39.494" v="939" actId="1036"/>
          <ac:spMkLst>
            <pc:docMk/>
            <pc:sldMk cId="2797991121" sldId="269"/>
            <ac:spMk id="9" creationId="{BBA99D3E-8578-1FF1-1AF6-E3B464FD28C0}"/>
          </ac:spMkLst>
        </pc:spChg>
        <pc:spChg chg="add mod">
          <ac:chgData name="Lon Taranaki" userId="5e366b3c-24f3-4a3a-82ae-4290c43f14a8" providerId="ADAL" clId="{A8BC1B18-82B0-4EE0-A0EE-68767D30358E}" dt="2026-02-01T15:04:38.318" v="1704"/>
          <ac:spMkLst>
            <pc:docMk/>
            <pc:sldMk cId="2797991121" sldId="269"/>
            <ac:spMk id="22" creationId="{E9383E62-2806-FC01-030B-74E78D2E4AA7}"/>
          </ac:spMkLst>
        </pc:spChg>
        <pc:graphicFrameChg chg="mod modGraphic">
          <ac:chgData name="Lon Taranaki" userId="5e366b3c-24f3-4a3a-82ae-4290c43f14a8" providerId="ADAL" clId="{A8BC1B18-82B0-4EE0-A0EE-68767D30358E}" dt="2026-02-01T17:11:45.380" v="2413" actId="123"/>
          <ac:graphicFrameMkLst>
            <pc:docMk/>
            <pc:sldMk cId="2797991121" sldId="269"/>
            <ac:graphicFrameMk id="6" creationId="{4DC4D1D2-767C-231B-F0C5-C547F44AEA3E}"/>
          </ac:graphicFrameMkLst>
        </pc:graphicFrameChg>
        <pc:graphicFrameChg chg="mod modGraphic">
          <ac:chgData name="Lon Taranaki" userId="5e366b3c-24f3-4a3a-82ae-4290c43f14a8" providerId="ADAL" clId="{A8BC1B18-82B0-4EE0-A0EE-68767D30358E}" dt="2026-02-01T17:11:54.473" v="2414" actId="123"/>
          <ac:graphicFrameMkLst>
            <pc:docMk/>
            <pc:sldMk cId="2797991121" sldId="269"/>
            <ac:graphicFrameMk id="7" creationId="{10135E1D-F7D9-353B-5F4F-3BB960B8DEA0}"/>
          </ac:graphicFrameMkLst>
        </pc:graphicFrameChg>
        <pc:picChg chg="add mod modCrop">
          <ac:chgData name="Lon Taranaki" userId="5e366b3c-24f3-4a3a-82ae-4290c43f14a8" providerId="ADAL" clId="{A8BC1B18-82B0-4EE0-A0EE-68767D30358E}" dt="2026-02-01T13:33:53.152" v="789" actId="732"/>
          <ac:picMkLst>
            <pc:docMk/>
            <pc:sldMk cId="2797991121" sldId="269"/>
            <ac:picMk id="4" creationId="{4946103B-F8E7-67C6-5FF0-C7B54D82F98A}"/>
          </ac:picMkLst>
        </pc:picChg>
        <pc:picChg chg="add mod modCrop">
          <ac:chgData name="Lon Taranaki" userId="5e366b3c-24f3-4a3a-82ae-4290c43f14a8" providerId="ADAL" clId="{A8BC1B18-82B0-4EE0-A0EE-68767D30358E}" dt="2026-02-01T13:35:15.403" v="802" actId="14100"/>
          <ac:picMkLst>
            <pc:docMk/>
            <pc:sldMk cId="2797991121" sldId="269"/>
            <ac:picMk id="10" creationId="{97C68FB0-69F3-2F94-5D2A-6EFF8FC1E1AD}"/>
          </ac:picMkLst>
        </pc:picChg>
        <pc:picChg chg="add mod modCrop">
          <ac:chgData name="Lon Taranaki" userId="5e366b3c-24f3-4a3a-82ae-4290c43f14a8" providerId="ADAL" clId="{A8BC1B18-82B0-4EE0-A0EE-68767D30358E}" dt="2026-02-01T13:36:50.368" v="826" actId="732"/>
          <ac:picMkLst>
            <pc:docMk/>
            <pc:sldMk cId="2797991121" sldId="269"/>
            <ac:picMk id="12" creationId="{2573C038-D9E2-9EFB-B3D5-C79E2FD0C685}"/>
          </ac:picMkLst>
        </pc:picChg>
        <pc:picChg chg="add del mod">
          <ac:chgData name="Lon Taranaki" userId="5e366b3c-24f3-4a3a-82ae-4290c43f14a8" providerId="ADAL" clId="{A8BC1B18-82B0-4EE0-A0EE-68767D30358E}" dt="2026-02-01T13:49:07.184" v="873" actId="478"/>
          <ac:picMkLst>
            <pc:docMk/>
            <pc:sldMk cId="2797991121" sldId="269"/>
            <ac:picMk id="13" creationId="{52489E76-2939-8A1D-601C-3E9C98BF5B5B}"/>
          </ac:picMkLst>
        </pc:picChg>
        <pc:picChg chg="add del mod modCrop">
          <ac:chgData name="Lon Taranaki" userId="5e366b3c-24f3-4a3a-82ae-4290c43f14a8" providerId="ADAL" clId="{A8BC1B18-82B0-4EE0-A0EE-68767D30358E}" dt="2026-02-01T13:50:45.277" v="883" actId="478"/>
          <ac:picMkLst>
            <pc:docMk/>
            <pc:sldMk cId="2797991121" sldId="269"/>
            <ac:picMk id="14" creationId="{8EE19861-A8AD-D867-A74E-35B9773C6AAB}"/>
          </ac:picMkLst>
        </pc:picChg>
        <pc:picChg chg="add del mod modCrop">
          <ac:chgData name="Lon Taranaki" userId="5e366b3c-24f3-4a3a-82ae-4290c43f14a8" providerId="ADAL" clId="{A8BC1B18-82B0-4EE0-A0EE-68767D30358E}" dt="2026-02-01T14:00:05.649" v="905" actId="478"/>
          <ac:picMkLst>
            <pc:docMk/>
            <pc:sldMk cId="2797991121" sldId="269"/>
            <ac:picMk id="15" creationId="{DC009B30-DA93-DED3-FE4E-3B5CFCDBB148}"/>
          </ac:picMkLst>
        </pc:picChg>
        <pc:picChg chg="add mod modCrop">
          <ac:chgData name="Lon Taranaki" userId="5e366b3c-24f3-4a3a-82ae-4290c43f14a8" providerId="ADAL" clId="{A8BC1B18-82B0-4EE0-A0EE-68767D30358E}" dt="2026-02-01T14:04:39.494" v="939" actId="1036"/>
          <ac:picMkLst>
            <pc:docMk/>
            <pc:sldMk cId="2797991121" sldId="269"/>
            <ac:picMk id="17" creationId="{1EA8270F-5FA3-F422-A6DA-738F6071882B}"/>
          </ac:picMkLst>
        </pc:picChg>
        <pc:picChg chg="add mod modCrop">
          <ac:chgData name="Lon Taranaki" userId="5e366b3c-24f3-4a3a-82ae-4290c43f14a8" providerId="ADAL" clId="{A8BC1B18-82B0-4EE0-A0EE-68767D30358E}" dt="2026-02-01T14:04:39.494" v="939" actId="1036"/>
          <ac:picMkLst>
            <pc:docMk/>
            <pc:sldMk cId="2797991121" sldId="269"/>
            <ac:picMk id="19" creationId="{6E17FBDC-F632-2F91-DB26-CEBA4BE11C70}"/>
          </ac:picMkLst>
        </pc:picChg>
        <pc:picChg chg="add mod modCrop">
          <ac:chgData name="Lon Taranaki" userId="5e366b3c-24f3-4a3a-82ae-4290c43f14a8" providerId="ADAL" clId="{A8BC1B18-82B0-4EE0-A0EE-68767D30358E}" dt="2026-02-01T14:04:39.494" v="939" actId="1036"/>
          <ac:picMkLst>
            <pc:docMk/>
            <pc:sldMk cId="2797991121" sldId="269"/>
            <ac:picMk id="21" creationId="{31A20D94-322D-C7C9-FFF8-20F42AFC13EE}"/>
          </ac:picMkLst>
        </pc:picChg>
        <pc:picChg chg="add mod modCrop">
          <ac:chgData name="Lon Taranaki" userId="5e366b3c-24f3-4a3a-82ae-4290c43f14a8" providerId="ADAL" clId="{A8BC1B18-82B0-4EE0-A0EE-68767D30358E}" dt="2026-02-01T15:47:43.429" v="2203" actId="1036"/>
          <ac:picMkLst>
            <pc:docMk/>
            <pc:sldMk cId="2797991121" sldId="269"/>
            <ac:picMk id="24" creationId="{43EF2139-B4C8-F897-5B38-E012B0C6C096}"/>
          </ac:picMkLst>
        </pc:picChg>
        <pc:picChg chg="del">
          <ac:chgData name="Lon Taranaki" userId="5e366b3c-24f3-4a3a-82ae-4290c43f14a8" providerId="ADAL" clId="{A8BC1B18-82B0-4EE0-A0EE-68767D30358E}" dt="2026-02-01T07:55:24.489" v="224" actId="478"/>
          <ac:picMkLst>
            <pc:docMk/>
            <pc:sldMk cId="2797991121" sldId="269"/>
            <ac:picMk id="3074" creationId="{9EA1719B-E8F6-313D-F874-F6CD575FBD52}"/>
          </ac:picMkLst>
        </pc:picChg>
        <pc:picChg chg="del">
          <ac:chgData name="Lon Taranaki" userId="5e366b3c-24f3-4a3a-82ae-4290c43f14a8" providerId="ADAL" clId="{A8BC1B18-82B0-4EE0-A0EE-68767D30358E}" dt="2026-02-01T07:55:23.831" v="223" actId="478"/>
          <ac:picMkLst>
            <pc:docMk/>
            <pc:sldMk cId="2797991121" sldId="269"/>
            <ac:picMk id="3075" creationId="{509E71F9-5BFD-49BC-A415-C90A77788B4C}"/>
          </ac:picMkLst>
        </pc:picChg>
        <pc:picChg chg="del">
          <ac:chgData name="Lon Taranaki" userId="5e366b3c-24f3-4a3a-82ae-4290c43f14a8" providerId="ADAL" clId="{A8BC1B18-82B0-4EE0-A0EE-68767D30358E}" dt="2026-02-01T07:55:23.099" v="222" actId="478"/>
          <ac:picMkLst>
            <pc:docMk/>
            <pc:sldMk cId="2797991121" sldId="269"/>
            <ac:picMk id="3076" creationId="{A03A8082-0C5A-35A6-5C00-00B50479067F}"/>
          </ac:picMkLst>
        </pc:picChg>
        <pc:picChg chg="del">
          <ac:chgData name="Lon Taranaki" userId="5e366b3c-24f3-4a3a-82ae-4290c43f14a8" providerId="ADAL" clId="{A8BC1B18-82B0-4EE0-A0EE-68767D30358E}" dt="2026-02-01T07:55:22.383" v="221" actId="478"/>
          <ac:picMkLst>
            <pc:docMk/>
            <pc:sldMk cId="2797991121" sldId="269"/>
            <ac:picMk id="3077" creationId="{7E569DF4-EFE4-C6A1-0E50-4529720CDC9B}"/>
          </ac:picMkLst>
        </pc:picChg>
        <pc:picChg chg="del">
          <ac:chgData name="Lon Taranaki" userId="5e366b3c-24f3-4a3a-82ae-4290c43f14a8" providerId="ADAL" clId="{A8BC1B18-82B0-4EE0-A0EE-68767D30358E}" dt="2026-02-01T07:55:21.628" v="220" actId="478"/>
          <ac:picMkLst>
            <pc:docMk/>
            <pc:sldMk cId="2797991121" sldId="269"/>
            <ac:picMk id="3078" creationId="{24F0A41C-A282-2D8C-77E1-9766870B2A2D}"/>
          </ac:picMkLst>
        </pc:picChg>
        <pc:picChg chg="del">
          <ac:chgData name="Lon Taranaki" userId="5e366b3c-24f3-4a3a-82ae-4290c43f14a8" providerId="ADAL" clId="{A8BC1B18-82B0-4EE0-A0EE-68767D30358E}" dt="2026-02-01T07:55:20.982" v="219" actId="478"/>
          <ac:picMkLst>
            <pc:docMk/>
            <pc:sldMk cId="2797991121" sldId="269"/>
            <ac:picMk id="3079" creationId="{74AEE17F-B41C-9EEF-0433-15298C85321C}"/>
          </ac:picMkLst>
        </pc:picChg>
        <pc:picChg chg="del">
          <ac:chgData name="Lon Taranaki" userId="5e366b3c-24f3-4a3a-82ae-4290c43f14a8" providerId="ADAL" clId="{A8BC1B18-82B0-4EE0-A0EE-68767D30358E}" dt="2026-02-01T07:55:20.299" v="218" actId="478"/>
          <ac:picMkLst>
            <pc:docMk/>
            <pc:sldMk cId="2797991121" sldId="269"/>
            <ac:picMk id="3080" creationId="{A80A19A5-01A3-AE50-D318-7B1E1E8A75C1}"/>
          </ac:picMkLst>
        </pc:picChg>
        <pc:picChg chg="del">
          <ac:chgData name="Lon Taranaki" userId="5e366b3c-24f3-4a3a-82ae-4290c43f14a8" providerId="ADAL" clId="{A8BC1B18-82B0-4EE0-A0EE-68767D30358E}" dt="2026-02-01T07:55:19.710" v="217" actId="478"/>
          <ac:picMkLst>
            <pc:docMk/>
            <pc:sldMk cId="2797991121" sldId="269"/>
            <ac:picMk id="3081" creationId="{D75AFEC1-1E1A-9832-96FD-54298A2998E4}"/>
          </ac:picMkLst>
        </pc:picChg>
        <pc:picChg chg="del">
          <ac:chgData name="Lon Taranaki" userId="5e366b3c-24f3-4a3a-82ae-4290c43f14a8" providerId="ADAL" clId="{A8BC1B18-82B0-4EE0-A0EE-68767D30358E}" dt="2026-02-01T07:55:19.116" v="216" actId="478"/>
          <ac:picMkLst>
            <pc:docMk/>
            <pc:sldMk cId="2797991121" sldId="269"/>
            <ac:picMk id="3082" creationId="{2CD050F2-CB34-69AC-23A0-A75B27FA2F1E}"/>
          </ac:picMkLst>
        </pc:picChg>
        <pc:picChg chg="del">
          <ac:chgData name="Lon Taranaki" userId="5e366b3c-24f3-4a3a-82ae-4290c43f14a8" providerId="ADAL" clId="{A8BC1B18-82B0-4EE0-A0EE-68767D30358E}" dt="2026-02-01T07:55:18.415" v="215" actId="478"/>
          <ac:picMkLst>
            <pc:docMk/>
            <pc:sldMk cId="2797991121" sldId="269"/>
            <ac:picMk id="3083" creationId="{59AA6924-9611-11A2-4805-7617BC74DF12}"/>
          </ac:picMkLst>
        </pc:picChg>
        <pc:picChg chg="del">
          <ac:chgData name="Lon Taranaki" userId="5e366b3c-24f3-4a3a-82ae-4290c43f14a8" providerId="ADAL" clId="{A8BC1B18-82B0-4EE0-A0EE-68767D30358E}" dt="2026-02-01T07:55:17.383" v="214" actId="478"/>
          <ac:picMkLst>
            <pc:docMk/>
            <pc:sldMk cId="2797991121" sldId="269"/>
            <ac:picMk id="3084" creationId="{8077C01A-C814-42DB-DC29-D550E8BB9CA6}"/>
          </ac:picMkLst>
        </pc:picChg>
      </pc:sldChg>
      <pc:sldChg chg="addSp modSp new mod">
        <pc:chgData name="Lon Taranaki" userId="5e366b3c-24f3-4a3a-82ae-4290c43f14a8" providerId="ADAL" clId="{A8BC1B18-82B0-4EE0-A0EE-68767D30358E}" dt="2026-02-01T17:08:56.801" v="2390" actId="1037"/>
        <pc:sldMkLst>
          <pc:docMk/>
          <pc:sldMk cId="15653630" sldId="270"/>
        </pc:sldMkLst>
        <pc:spChg chg="mod">
          <ac:chgData name="Lon Taranaki" userId="5e366b3c-24f3-4a3a-82ae-4290c43f14a8" providerId="ADAL" clId="{A8BC1B18-82B0-4EE0-A0EE-68767D30358E}" dt="2026-02-01T14:08:59.092" v="984" actId="20577"/>
          <ac:spMkLst>
            <pc:docMk/>
            <pc:sldMk cId="15653630" sldId="270"/>
            <ac:spMk id="2" creationId="{54EAE1FA-E0DC-14BA-81A6-A893C84D1C7B}"/>
          </ac:spMkLst>
        </pc:spChg>
        <pc:spChg chg="mod">
          <ac:chgData name="Lon Taranaki" userId="5e366b3c-24f3-4a3a-82ae-4290c43f14a8" providerId="ADAL" clId="{A8BC1B18-82B0-4EE0-A0EE-68767D30358E}" dt="2026-02-01T14:31:26.649" v="1300" actId="123"/>
          <ac:spMkLst>
            <pc:docMk/>
            <pc:sldMk cId="15653630" sldId="270"/>
            <ac:spMk id="3" creationId="{07DC173D-F8B5-74F2-6B60-909A9AF038F6}"/>
          </ac:spMkLst>
        </pc:spChg>
        <pc:spChg chg="add mod">
          <ac:chgData name="Lon Taranaki" userId="5e366b3c-24f3-4a3a-82ae-4290c43f14a8" providerId="ADAL" clId="{A8BC1B18-82B0-4EE0-A0EE-68767D30358E}" dt="2026-02-01T14:26:27.806" v="1239" actId="1037"/>
          <ac:spMkLst>
            <pc:docMk/>
            <pc:sldMk cId="15653630" sldId="270"/>
            <ac:spMk id="5" creationId="{7E470E11-8C84-10C9-022D-A246A7E44C9C}"/>
          </ac:spMkLst>
        </pc:spChg>
        <pc:spChg chg="add mod">
          <ac:chgData name="Lon Taranaki" userId="5e366b3c-24f3-4a3a-82ae-4290c43f14a8" providerId="ADAL" clId="{A8BC1B18-82B0-4EE0-A0EE-68767D30358E}" dt="2026-02-01T17:08:56.801" v="2390" actId="1037"/>
          <ac:spMkLst>
            <pc:docMk/>
            <pc:sldMk cId="15653630" sldId="270"/>
            <ac:spMk id="7" creationId="{E481E529-9D29-FCCD-3EEC-5E838246E71B}"/>
          </ac:spMkLst>
        </pc:spChg>
        <pc:spChg chg="add mod">
          <ac:chgData name="Lon Taranaki" userId="5e366b3c-24f3-4a3a-82ae-4290c43f14a8" providerId="ADAL" clId="{A8BC1B18-82B0-4EE0-A0EE-68767D30358E}" dt="2026-02-01T14:27:18.855" v="1294" actId="14100"/>
          <ac:spMkLst>
            <pc:docMk/>
            <pc:sldMk cId="15653630" sldId="270"/>
            <ac:spMk id="9" creationId="{E228E99E-A17A-71C1-9AAA-92AB7ED447FC}"/>
          </ac:spMkLst>
        </pc:spChg>
        <pc:spChg chg="add mod">
          <ac:chgData name="Lon Taranaki" userId="5e366b3c-24f3-4a3a-82ae-4290c43f14a8" providerId="ADAL" clId="{A8BC1B18-82B0-4EE0-A0EE-68767D30358E}" dt="2026-02-01T14:26:34.949" v="1241" actId="20577"/>
          <ac:spMkLst>
            <pc:docMk/>
            <pc:sldMk cId="15653630" sldId="270"/>
            <ac:spMk id="11" creationId="{3DE721C0-BD67-DC11-5246-6BE47A22BCC3}"/>
          </ac:spMkLst>
        </pc:spChg>
        <pc:spChg chg="add mod ord">
          <ac:chgData name="Lon Taranaki" userId="5e366b3c-24f3-4a3a-82ae-4290c43f14a8" providerId="ADAL" clId="{A8BC1B18-82B0-4EE0-A0EE-68767D30358E}" dt="2026-02-01T14:30:54.164" v="1297" actId="14100"/>
          <ac:spMkLst>
            <pc:docMk/>
            <pc:sldMk cId="15653630" sldId="270"/>
            <ac:spMk id="12" creationId="{20DD764F-C4DA-DA0A-C6EC-971026ED5C27}"/>
          </ac:spMkLst>
        </pc:spChg>
        <pc:spChg chg="add mod ord">
          <ac:chgData name="Lon Taranaki" userId="5e366b3c-24f3-4a3a-82ae-4290c43f14a8" providerId="ADAL" clId="{A8BC1B18-82B0-4EE0-A0EE-68767D30358E}" dt="2026-02-01T17:08:56.801" v="2390" actId="1037"/>
          <ac:spMkLst>
            <pc:docMk/>
            <pc:sldMk cId="15653630" sldId="270"/>
            <ac:spMk id="13" creationId="{CC70754F-6127-B475-EB7D-2208F49416DA}"/>
          </ac:spMkLst>
        </pc:spChg>
        <pc:spChg chg="add mod ord">
          <ac:chgData name="Lon Taranaki" userId="5e366b3c-24f3-4a3a-82ae-4290c43f14a8" providerId="ADAL" clId="{A8BC1B18-82B0-4EE0-A0EE-68767D30358E}" dt="2026-02-01T14:31:06.515" v="1299" actId="14100"/>
          <ac:spMkLst>
            <pc:docMk/>
            <pc:sldMk cId="15653630" sldId="270"/>
            <ac:spMk id="14" creationId="{E93716A5-5130-A559-A1F9-F9F101838393}"/>
          </ac:spMkLst>
        </pc:spChg>
        <pc:spChg chg="add mod">
          <ac:chgData name="Lon Taranaki" userId="5e366b3c-24f3-4a3a-82ae-4290c43f14a8" providerId="ADAL" clId="{A8BC1B18-82B0-4EE0-A0EE-68767D30358E}" dt="2026-02-01T15:04:40.604" v="1705"/>
          <ac:spMkLst>
            <pc:docMk/>
            <pc:sldMk cId="15653630" sldId="270"/>
            <ac:spMk id="15" creationId="{EFBFFC8B-E725-B346-0F1E-0662B5BB2777}"/>
          </ac:spMkLst>
        </pc:spChg>
      </pc:sldChg>
      <pc:sldChg chg="addSp delSp modSp new mod">
        <pc:chgData name="Lon Taranaki" userId="5e366b3c-24f3-4a3a-82ae-4290c43f14a8" providerId="ADAL" clId="{A8BC1B18-82B0-4EE0-A0EE-68767D30358E}" dt="2026-02-01T17:13:28.148" v="2418" actId="255"/>
        <pc:sldMkLst>
          <pc:docMk/>
          <pc:sldMk cId="630034726" sldId="271"/>
        </pc:sldMkLst>
        <pc:spChg chg="mod">
          <ac:chgData name="Lon Taranaki" userId="5e366b3c-24f3-4a3a-82ae-4290c43f14a8" providerId="ADAL" clId="{A8BC1B18-82B0-4EE0-A0EE-68767D30358E}" dt="2026-02-01T14:34:42.423" v="1331" actId="20577"/>
          <ac:spMkLst>
            <pc:docMk/>
            <pc:sldMk cId="630034726" sldId="271"/>
            <ac:spMk id="2" creationId="{D72B4A32-1418-71BB-3133-24F023FA9DD7}"/>
          </ac:spMkLst>
        </pc:spChg>
        <pc:spChg chg="mod">
          <ac:chgData name="Lon Taranaki" userId="5e366b3c-24f3-4a3a-82ae-4290c43f14a8" providerId="ADAL" clId="{A8BC1B18-82B0-4EE0-A0EE-68767D30358E}" dt="2026-02-01T17:13:28.148" v="2418" actId="255"/>
          <ac:spMkLst>
            <pc:docMk/>
            <pc:sldMk cId="630034726" sldId="271"/>
            <ac:spMk id="3" creationId="{0ECF32BA-531B-5264-08CB-AA48761CCFEB}"/>
          </ac:spMkLst>
        </pc:spChg>
        <pc:spChg chg="add mod">
          <ac:chgData name="Lon Taranaki" userId="5e366b3c-24f3-4a3a-82ae-4290c43f14a8" providerId="ADAL" clId="{A8BC1B18-82B0-4EE0-A0EE-68767D30358E}" dt="2026-02-01T15:04:42.777" v="1706"/>
          <ac:spMkLst>
            <pc:docMk/>
            <pc:sldMk cId="630034726" sldId="271"/>
            <ac:spMk id="4" creationId="{E45C46BE-3B27-C5B4-C264-27E7B94FCA16}"/>
          </ac:spMkLst>
        </pc:spChg>
        <pc:spChg chg="add mod">
          <ac:chgData name="Lon Taranaki" userId="5e366b3c-24f3-4a3a-82ae-4290c43f14a8" providerId="ADAL" clId="{A8BC1B18-82B0-4EE0-A0EE-68767D30358E}" dt="2026-02-01T17:10:15.993" v="2408" actId="1036"/>
          <ac:spMkLst>
            <pc:docMk/>
            <pc:sldMk cId="630034726" sldId="271"/>
            <ac:spMk id="6" creationId="{1A46C382-6A93-C308-2363-3528A0C51103}"/>
          </ac:spMkLst>
        </pc:spChg>
        <pc:spChg chg="add mod">
          <ac:chgData name="Lon Taranaki" userId="5e366b3c-24f3-4a3a-82ae-4290c43f14a8" providerId="ADAL" clId="{A8BC1B18-82B0-4EE0-A0EE-68767D30358E}" dt="2026-02-01T17:10:15.993" v="2408" actId="1036"/>
          <ac:spMkLst>
            <pc:docMk/>
            <pc:sldMk cId="630034726" sldId="271"/>
            <ac:spMk id="8" creationId="{071ECADC-AE9A-F56F-77A6-633635EC3051}"/>
          </ac:spMkLst>
        </pc:spChg>
        <pc:spChg chg="add mod">
          <ac:chgData name="Lon Taranaki" userId="5e366b3c-24f3-4a3a-82ae-4290c43f14a8" providerId="ADAL" clId="{A8BC1B18-82B0-4EE0-A0EE-68767D30358E}" dt="2026-02-01T17:10:15.993" v="2408" actId="1036"/>
          <ac:spMkLst>
            <pc:docMk/>
            <pc:sldMk cId="630034726" sldId="271"/>
            <ac:spMk id="10" creationId="{4FD67D47-6517-F288-1447-6AA7DD910CEA}"/>
          </ac:spMkLst>
        </pc:spChg>
        <pc:spChg chg="add mod">
          <ac:chgData name="Lon Taranaki" userId="5e366b3c-24f3-4a3a-82ae-4290c43f14a8" providerId="ADAL" clId="{A8BC1B18-82B0-4EE0-A0EE-68767D30358E}" dt="2026-02-01T17:10:04.070" v="2402" actId="404"/>
          <ac:spMkLst>
            <pc:docMk/>
            <pc:sldMk cId="630034726" sldId="271"/>
            <ac:spMk id="12" creationId="{A76DA111-85D4-06B7-3B5F-625597295D01}"/>
          </ac:spMkLst>
        </pc:spChg>
        <pc:spChg chg="add del mod">
          <ac:chgData name="Lon Taranaki" userId="5e366b3c-24f3-4a3a-82ae-4290c43f14a8" providerId="ADAL" clId="{A8BC1B18-82B0-4EE0-A0EE-68767D30358E}" dt="2026-02-01T15:48:53.120" v="2218" actId="478"/>
          <ac:spMkLst>
            <pc:docMk/>
            <pc:sldMk cId="630034726" sldId="271"/>
            <ac:spMk id="13" creationId="{897C69BF-55EE-F55F-191A-041BF355033F}"/>
          </ac:spMkLst>
        </pc:spChg>
      </pc:sldChg>
      <pc:sldChg chg="modSp add del mod">
        <pc:chgData name="Lon Taranaki" userId="5e366b3c-24f3-4a3a-82ae-4290c43f14a8" providerId="ADAL" clId="{A8BC1B18-82B0-4EE0-A0EE-68767D30358E}" dt="2026-02-01T14:19:38.108" v="1087" actId="47"/>
        <pc:sldMkLst>
          <pc:docMk/>
          <pc:sldMk cId="787535351" sldId="271"/>
        </pc:sldMkLst>
        <pc:spChg chg="mod">
          <ac:chgData name="Lon Taranaki" userId="5e366b3c-24f3-4a3a-82ae-4290c43f14a8" providerId="ADAL" clId="{A8BC1B18-82B0-4EE0-A0EE-68767D30358E}" dt="2026-02-01T14:13:19.733" v="1027" actId="20577"/>
          <ac:spMkLst>
            <pc:docMk/>
            <pc:sldMk cId="787535351" sldId="271"/>
            <ac:spMk id="2" creationId="{28477C93-1BB2-5A17-56D6-86DFAF435DF5}"/>
          </ac:spMkLst>
        </pc:spChg>
        <pc:spChg chg="mod">
          <ac:chgData name="Lon Taranaki" userId="5e366b3c-24f3-4a3a-82ae-4290c43f14a8" providerId="ADAL" clId="{A8BC1B18-82B0-4EE0-A0EE-68767D30358E}" dt="2026-02-01T14:18:16.482" v="1068" actId="113"/>
          <ac:spMkLst>
            <pc:docMk/>
            <pc:sldMk cId="787535351" sldId="271"/>
            <ac:spMk id="3" creationId="{3A71F0F3-76EC-4673-4DC4-DD3CE45DD305}"/>
          </ac:spMkLst>
        </pc:spChg>
      </pc:sldChg>
      <pc:sldChg chg="add del">
        <pc:chgData name="Lon Taranaki" userId="5e366b3c-24f3-4a3a-82ae-4290c43f14a8" providerId="ADAL" clId="{A8BC1B18-82B0-4EE0-A0EE-68767D30358E}" dt="2026-02-01T14:19:37.040" v="1086" actId="47"/>
        <pc:sldMkLst>
          <pc:docMk/>
          <pc:sldMk cId="826834014" sldId="272"/>
        </pc:sldMkLst>
      </pc:sldChg>
      <pc:sldChg chg="addSp delSp modSp new mod modClrScheme chgLayout">
        <pc:chgData name="Lon Taranaki" userId="5e366b3c-24f3-4a3a-82ae-4290c43f14a8" providerId="ADAL" clId="{A8BC1B18-82B0-4EE0-A0EE-68767D30358E}" dt="2026-02-01T15:04:45.250" v="1707"/>
        <pc:sldMkLst>
          <pc:docMk/>
          <pc:sldMk cId="1391829506" sldId="272"/>
        </pc:sldMkLst>
        <pc:spChg chg="del mod ord">
          <ac:chgData name="Lon Taranaki" userId="5e366b3c-24f3-4a3a-82ae-4290c43f14a8" providerId="ADAL" clId="{A8BC1B18-82B0-4EE0-A0EE-68767D30358E}" dt="2026-02-01T14:36:50.682" v="1377" actId="700"/>
          <ac:spMkLst>
            <pc:docMk/>
            <pc:sldMk cId="1391829506" sldId="272"/>
            <ac:spMk id="2" creationId="{11913FC0-F260-C41A-A610-5EFE4B2C7AB0}"/>
          </ac:spMkLst>
        </pc:spChg>
        <pc:spChg chg="del mod ord">
          <ac:chgData name="Lon Taranaki" userId="5e366b3c-24f3-4a3a-82ae-4290c43f14a8" providerId="ADAL" clId="{A8BC1B18-82B0-4EE0-A0EE-68767D30358E}" dt="2026-02-01T14:36:50.682" v="1377" actId="700"/>
          <ac:spMkLst>
            <pc:docMk/>
            <pc:sldMk cId="1391829506" sldId="272"/>
            <ac:spMk id="3" creationId="{029E807C-6332-5612-1F8E-B874E9EF24DE}"/>
          </ac:spMkLst>
        </pc:spChg>
        <pc:spChg chg="add mod ord">
          <ac:chgData name="Lon Taranaki" userId="5e366b3c-24f3-4a3a-82ae-4290c43f14a8" providerId="ADAL" clId="{A8BC1B18-82B0-4EE0-A0EE-68767D30358E}" dt="2026-02-01T14:46:38.432" v="1473" actId="20577"/>
          <ac:spMkLst>
            <pc:docMk/>
            <pc:sldMk cId="1391829506" sldId="272"/>
            <ac:spMk id="4" creationId="{5F8CCCDE-63AB-BDE0-E9D7-813D4025319D}"/>
          </ac:spMkLst>
        </pc:spChg>
        <pc:spChg chg="add del mod ord">
          <ac:chgData name="Lon Taranaki" userId="5e366b3c-24f3-4a3a-82ae-4290c43f14a8" providerId="ADAL" clId="{A8BC1B18-82B0-4EE0-A0EE-68767D30358E}" dt="2026-02-01T14:37:20.350" v="1378" actId="478"/>
          <ac:spMkLst>
            <pc:docMk/>
            <pc:sldMk cId="1391829506" sldId="272"/>
            <ac:spMk id="5" creationId="{F8CB4A5B-8713-FA12-A1BA-B9844C590440}"/>
          </ac:spMkLst>
        </pc:spChg>
        <pc:spChg chg="add del mod ord">
          <ac:chgData name="Lon Taranaki" userId="5e366b3c-24f3-4a3a-82ae-4290c43f14a8" providerId="ADAL" clId="{A8BC1B18-82B0-4EE0-A0EE-68767D30358E}" dt="2026-02-01T14:43:14.738" v="1431" actId="931"/>
          <ac:spMkLst>
            <pc:docMk/>
            <pc:sldMk cId="1391829506" sldId="272"/>
            <ac:spMk id="6" creationId="{FFAB804A-9DAB-4FA0-533B-3E8607752EFC}"/>
          </ac:spMkLst>
        </pc:spChg>
        <pc:spChg chg="add del mod">
          <ac:chgData name="Lon Taranaki" userId="5e366b3c-24f3-4a3a-82ae-4290c43f14a8" providerId="ADAL" clId="{A8BC1B18-82B0-4EE0-A0EE-68767D30358E}" dt="2026-02-01T14:38:17.122" v="1385" actId="478"/>
          <ac:spMkLst>
            <pc:docMk/>
            <pc:sldMk cId="1391829506" sldId="272"/>
            <ac:spMk id="9" creationId="{BEB86C2E-AE93-FB72-48E3-F7F08844BF12}"/>
          </ac:spMkLst>
        </pc:spChg>
        <pc:spChg chg="add mod">
          <ac:chgData name="Lon Taranaki" userId="5e366b3c-24f3-4a3a-82ae-4290c43f14a8" providerId="ADAL" clId="{A8BC1B18-82B0-4EE0-A0EE-68767D30358E}" dt="2026-02-01T15:04:45.250" v="1707"/>
          <ac:spMkLst>
            <pc:docMk/>
            <pc:sldMk cId="1391829506" sldId="272"/>
            <ac:spMk id="12" creationId="{BAEE18B2-D360-A7F1-0E4D-5E3B1ACD7B86}"/>
          </ac:spMkLst>
        </pc:spChg>
        <pc:graphicFrameChg chg="add mod modGraphic">
          <ac:chgData name="Lon Taranaki" userId="5e366b3c-24f3-4a3a-82ae-4290c43f14a8" providerId="ADAL" clId="{A8BC1B18-82B0-4EE0-A0EE-68767D30358E}" dt="2026-02-01T14:44:03.758" v="1446" actId="1036"/>
          <ac:graphicFrameMkLst>
            <pc:docMk/>
            <pc:sldMk cId="1391829506" sldId="272"/>
            <ac:graphicFrameMk id="7" creationId="{E62A12E6-E4A4-2BBA-155D-EA6A8F279B8A}"/>
          </ac:graphicFrameMkLst>
        </pc:graphicFrameChg>
        <pc:graphicFrameChg chg="add mod modGraphic">
          <ac:chgData name="Lon Taranaki" userId="5e366b3c-24f3-4a3a-82ae-4290c43f14a8" providerId="ADAL" clId="{A8BC1B18-82B0-4EE0-A0EE-68767D30358E}" dt="2026-02-01T14:44:56.493" v="1447" actId="2062"/>
          <ac:graphicFrameMkLst>
            <pc:docMk/>
            <pc:sldMk cId="1391829506" sldId="272"/>
            <ac:graphicFrameMk id="8" creationId="{00E8041D-96CF-DDB3-D092-3AD062B17EF1}"/>
          </ac:graphicFrameMkLst>
        </pc:graphicFrameChg>
        <pc:picChg chg="add mod">
          <ac:chgData name="Lon Taranaki" userId="5e366b3c-24f3-4a3a-82ae-4290c43f14a8" providerId="ADAL" clId="{A8BC1B18-82B0-4EE0-A0EE-68767D30358E}" dt="2026-02-01T14:43:14.738" v="1431" actId="931"/>
          <ac:picMkLst>
            <pc:docMk/>
            <pc:sldMk cId="1391829506" sldId="272"/>
            <ac:picMk id="11" creationId="{964FA086-38B0-732D-72B8-E13BA6315FAC}"/>
          </ac:picMkLst>
        </pc:picChg>
      </pc:sldChg>
      <pc:sldChg chg="addSp modSp add mod">
        <pc:chgData name="Lon Taranaki" userId="5e366b3c-24f3-4a3a-82ae-4290c43f14a8" providerId="ADAL" clId="{A8BC1B18-82B0-4EE0-A0EE-68767D30358E}" dt="2026-02-01T15:04:47.582" v="1708"/>
        <pc:sldMkLst>
          <pc:docMk/>
          <pc:sldMk cId="615085370" sldId="273"/>
        </pc:sldMkLst>
        <pc:spChg chg="add mod">
          <ac:chgData name="Lon Taranaki" userId="5e366b3c-24f3-4a3a-82ae-4290c43f14a8" providerId="ADAL" clId="{A8BC1B18-82B0-4EE0-A0EE-68767D30358E}" dt="2026-02-01T15:04:47.582" v="1708"/>
          <ac:spMkLst>
            <pc:docMk/>
            <pc:sldMk cId="615085370" sldId="273"/>
            <ac:spMk id="2" creationId="{96C255C1-9451-9DF5-EA19-85A359E856CC}"/>
          </ac:spMkLst>
        </pc:spChg>
        <pc:spChg chg="mod">
          <ac:chgData name="Lon Taranaki" userId="5e366b3c-24f3-4a3a-82ae-4290c43f14a8" providerId="ADAL" clId="{A8BC1B18-82B0-4EE0-A0EE-68767D30358E}" dt="2026-02-01T14:46:32.071" v="1462" actId="20577"/>
          <ac:spMkLst>
            <pc:docMk/>
            <pc:sldMk cId="615085370" sldId="273"/>
            <ac:spMk id="4" creationId="{75C9F956-E72C-584A-0154-B4F4AA41E187}"/>
          </ac:spMkLst>
        </pc:spChg>
        <pc:graphicFrameChg chg="mod modGraphic">
          <ac:chgData name="Lon Taranaki" userId="5e366b3c-24f3-4a3a-82ae-4290c43f14a8" providerId="ADAL" clId="{A8BC1B18-82B0-4EE0-A0EE-68767D30358E}" dt="2026-02-01T14:46:22.575" v="1453" actId="403"/>
          <ac:graphicFrameMkLst>
            <pc:docMk/>
            <pc:sldMk cId="615085370" sldId="273"/>
            <ac:graphicFrameMk id="7" creationId="{EE8840E4-CBF9-9169-3489-55F4A48D7380}"/>
          </ac:graphicFrameMkLst>
        </pc:graphicFrameChg>
        <pc:graphicFrameChg chg="modGraphic">
          <ac:chgData name="Lon Taranaki" userId="5e366b3c-24f3-4a3a-82ae-4290c43f14a8" providerId="ADAL" clId="{A8BC1B18-82B0-4EE0-A0EE-68767D30358E}" dt="2026-02-01T14:51:00.889" v="1503" actId="20577"/>
          <ac:graphicFrameMkLst>
            <pc:docMk/>
            <pc:sldMk cId="615085370" sldId="273"/>
            <ac:graphicFrameMk id="8" creationId="{610CC092-47D0-41C2-A903-662F735BA7BC}"/>
          </ac:graphicFrameMkLst>
        </pc:graphicFrameChg>
        <pc:picChg chg="mod">
          <ac:chgData name="Lon Taranaki" userId="5e366b3c-24f3-4a3a-82ae-4290c43f14a8" providerId="ADAL" clId="{A8BC1B18-82B0-4EE0-A0EE-68767D30358E}" dt="2026-02-01T14:50:08.898" v="1499" actId="14100"/>
          <ac:picMkLst>
            <pc:docMk/>
            <pc:sldMk cId="615085370" sldId="273"/>
            <ac:picMk id="11" creationId="{6BBB46C0-27D8-F09B-DEC3-CD7BAB6A2936}"/>
          </ac:picMkLst>
        </pc:picChg>
      </pc:sldChg>
      <pc:sldChg chg="addSp modSp add mod">
        <pc:chgData name="Lon Taranaki" userId="5e366b3c-24f3-4a3a-82ae-4290c43f14a8" providerId="ADAL" clId="{A8BC1B18-82B0-4EE0-A0EE-68767D30358E}" dt="2026-02-01T17:10:58.601" v="2409" actId="33524"/>
        <pc:sldMkLst>
          <pc:docMk/>
          <pc:sldMk cId="3750883566" sldId="274"/>
        </pc:sldMkLst>
        <pc:spChg chg="add mod">
          <ac:chgData name="Lon Taranaki" userId="5e366b3c-24f3-4a3a-82ae-4290c43f14a8" providerId="ADAL" clId="{A8BC1B18-82B0-4EE0-A0EE-68767D30358E}" dt="2026-02-01T15:04:50.341" v="1709"/>
          <ac:spMkLst>
            <pc:docMk/>
            <pc:sldMk cId="3750883566" sldId="274"/>
            <ac:spMk id="2" creationId="{DC93B113-A8EA-E783-0F0C-B37333D90AA9}"/>
          </ac:spMkLst>
        </pc:spChg>
        <pc:spChg chg="mod">
          <ac:chgData name="Lon Taranaki" userId="5e366b3c-24f3-4a3a-82ae-4290c43f14a8" providerId="ADAL" clId="{A8BC1B18-82B0-4EE0-A0EE-68767D30358E}" dt="2026-02-01T14:53:47.321" v="1522" actId="20577"/>
          <ac:spMkLst>
            <pc:docMk/>
            <pc:sldMk cId="3750883566" sldId="274"/>
            <ac:spMk id="4" creationId="{E560434C-535D-BBAE-A0A9-38FE417161E8}"/>
          </ac:spMkLst>
        </pc:spChg>
        <pc:graphicFrameChg chg="mod modGraphic">
          <ac:chgData name="Lon Taranaki" userId="5e366b3c-24f3-4a3a-82ae-4290c43f14a8" providerId="ADAL" clId="{A8BC1B18-82B0-4EE0-A0EE-68767D30358E}" dt="2026-02-01T17:10:58.601" v="2409" actId="33524"/>
          <ac:graphicFrameMkLst>
            <pc:docMk/>
            <pc:sldMk cId="3750883566" sldId="274"/>
            <ac:graphicFrameMk id="7" creationId="{6C3B1E5E-BD86-A3EC-FBCE-0A689A3A5F64}"/>
          </ac:graphicFrameMkLst>
        </pc:graphicFrameChg>
        <pc:graphicFrameChg chg="modGraphic">
          <ac:chgData name="Lon Taranaki" userId="5e366b3c-24f3-4a3a-82ae-4290c43f14a8" providerId="ADAL" clId="{A8BC1B18-82B0-4EE0-A0EE-68767D30358E}" dt="2026-02-01T14:53:27.394" v="1515" actId="20577"/>
          <ac:graphicFrameMkLst>
            <pc:docMk/>
            <pc:sldMk cId="3750883566" sldId="274"/>
            <ac:graphicFrameMk id="8" creationId="{ABDD2233-AF7F-B4C3-6DB6-F01998B008DB}"/>
          </ac:graphicFrameMkLst>
        </pc:graphicFrameChg>
        <pc:picChg chg="mod">
          <ac:chgData name="Lon Taranaki" userId="5e366b3c-24f3-4a3a-82ae-4290c43f14a8" providerId="ADAL" clId="{A8BC1B18-82B0-4EE0-A0EE-68767D30358E}" dt="2026-02-01T14:53:04.153" v="1511" actId="14826"/>
          <ac:picMkLst>
            <pc:docMk/>
            <pc:sldMk cId="3750883566" sldId="274"/>
            <ac:picMk id="11" creationId="{8072F879-C327-81E0-F044-8BD32E1C655E}"/>
          </ac:picMkLst>
        </pc:picChg>
      </pc:sldChg>
      <pc:sldChg chg="modSp add del mod">
        <pc:chgData name="Lon Taranaki" userId="5e366b3c-24f3-4a3a-82ae-4290c43f14a8" providerId="ADAL" clId="{A8BC1B18-82B0-4EE0-A0EE-68767D30358E}" dt="2026-02-01T15:52:55.461" v="2295" actId="47"/>
        <pc:sldMkLst>
          <pc:docMk/>
          <pc:sldMk cId="1280516865" sldId="275"/>
        </pc:sldMkLst>
        <pc:spChg chg="mod">
          <ac:chgData name="Lon Taranaki" userId="5e366b3c-24f3-4a3a-82ae-4290c43f14a8" providerId="ADAL" clId="{A8BC1B18-82B0-4EE0-A0EE-68767D30358E}" dt="2026-02-01T15:43:34.977" v="2143" actId="1076"/>
          <ac:spMkLst>
            <pc:docMk/>
            <pc:sldMk cId="1280516865" sldId="275"/>
            <ac:spMk id="3" creationId="{588FAB75-8595-F9FE-8BBA-8D341093DDEE}"/>
          </ac:spMkLst>
        </pc:spChg>
      </pc:sldChg>
      <pc:sldChg chg="modSp new mod ord">
        <pc:chgData name="Lon Taranaki" userId="5e366b3c-24f3-4a3a-82ae-4290c43f14a8" providerId="ADAL" clId="{A8BC1B18-82B0-4EE0-A0EE-68767D30358E}" dt="2026-02-01T17:11:17.681" v="2410" actId="20577"/>
        <pc:sldMkLst>
          <pc:docMk/>
          <pc:sldMk cId="1966219689" sldId="275"/>
        </pc:sldMkLst>
        <pc:spChg chg="mod">
          <ac:chgData name="Lon Taranaki" userId="5e366b3c-24f3-4a3a-82ae-4290c43f14a8" providerId="ADAL" clId="{A8BC1B18-82B0-4EE0-A0EE-68767D30358E}" dt="2026-02-01T17:11:17.681" v="2410" actId="20577"/>
          <ac:spMkLst>
            <pc:docMk/>
            <pc:sldMk cId="1966219689" sldId="275"/>
            <ac:spMk id="3" creationId="{7922EC5B-CAB8-F2E4-16B6-28AFA497C880}"/>
          </ac:spMkLst>
        </pc:spChg>
      </pc:sldChg>
      <pc:sldChg chg="addSp delSp modSp new del mod modClrScheme chgLayout">
        <pc:chgData name="Lon Taranaki" userId="5e366b3c-24f3-4a3a-82ae-4290c43f14a8" providerId="ADAL" clId="{A8BC1B18-82B0-4EE0-A0EE-68767D30358E}" dt="2026-02-01T14:59:43.333" v="1577" actId="2696"/>
        <pc:sldMkLst>
          <pc:docMk/>
          <pc:sldMk cId="2437416096" sldId="275"/>
        </pc:sldMkLst>
        <pc:spChg chg="del">
          <ac:chgData name="Lon Taranaki" userId="5e366b3c-24f3-4a3a-82ae-4290c43f14a8" providerId="ADAL" clId="{A8BC1B18-82B0-4EE0-A0EE-68767D30358E}" dt="2026-02-01T14:59:16.012" v="1575" actId="700"/>
          <ac:spMkLst>
            <pc:docMk/>
            <pc:sldMk cId="2437416096" sldId="275"/>
            <ac:spMk id="2" creationId="{1FA4B220-4113-CC21-C68F-7AA6819A816D}"/>
          </ac:spMkLst>
        </pc:spChg>
        <pc:spChg chg="del mod ord">
          <ac:chgData name="Lon Taranaki" userId="5e366b3c-24f3-4a3a-82ae-4290c43f14a8" providerId="ADAL" clId="{A8BC1B18-82B0-4EE0-A0EE-68767D30358E}" dt="2026-02-01T14:59:16.012" v="1575" actId="700"/>
          <ac:spMkLst>
            <pc:docMk/>
            <pc:sldMk cId="2437416096" sldId="275"/>
            <ac:spMk id="3" creationId="{22CB859A-F35F-5243-0AB6-525F628C21EB}"/>
          </ac:spMkLst>
        </pc:spChg>
        <pc:spChg chg="del">
          <ac:chgData name="Lon Taranaki" userId="5e366b3c-24f3-4a3a-82ae-4290c43f14a8" providerId="ADAL" clId="{A8BC1B18-82B0-4EE0-A0EE-68767D30358E}" dt="2026-02-01T14:59:16.012" v="1575" actId="700"/>
          <ac:spMkLst>
            <pc:docMk/>
            <pc:sldMk cId="2437416096" sldId="275"/>
            <ac:spMk id="4" creationId="{7158D7C5-2B6D-3E18-997F-CE84D99B9F2D}"/>
          </ac:spMkLst>
        </pc:spChg>
        <pc:spChg chg="add mod ord">
          <ac:chgData name="Lon Taranaki" userId="5e366b3c-24f3-4a3a-82ae-4290c43f14a8" providerId="ADAL" clId="{A8BC1B18-82B0-4EE0-A0EE-68767D30358E}" dt="2026-02-01T14:59:16.012" v="1575" actId="700"/>
          <ac:spMkLst>
            <pc:docMk/>
            <pc:sldMk cId="2437416096" sldId="275"/>
            <ac:spMk id="5" creationId="{01874703-2927-0861-9DB0-825A0FD7D1D2}"/>
          </ac:spMkLst>
        </pc:spChg>
      </pc:sldChg>
      <pc:sldChg chg="add del">
        <pc:chgData name="Lon Taranaki" userId="5e366b3c-24f3-4a3a-82ae-4290c43f14a8" providerId="ADAL" clId="{A8BC1B18-82B0-4EE0-A0EE-68767D30358E}" dt="2026-02-01T15:32:15.875" v="2021" actId="2696"/>
        <pc:sldMkLst>
          <pc:docMk/>
          <pc:sldMk cId="2491657398" sldId="275"/>
        </pc:sldMkLst>
      </pc:sldChg>
      <pc:sldChg chg="modSp add mod ord">
        <pc:chgData name="Lon Taranaki" userId="5e366b3c-24f3-4a3a-82ae-4290c43f14a8" providerId="ADAL" clId="{A8BC1B18-82B0-4EE0-A0EE-68767D30358E}" dt="2026-02-01T15:54:59.708" v="2368" actId="20577"/>
        <pc:sldMkLst>
          <pc:docMk/>
          <pc:sldMk cId="839509578" sldId="276"/>
        </pc:sldMkLst>
        <pc:spChg chg="mod">
          <ac:chgData name="Lon Taranaki" userId="5e366b3c-24f3-4a3a-82ae-4290c43f14a8" providerId="ADAL" clId="{A8BC1B18-82B0-4EE0-A0EE-68767D30358E}" dt="2026-02-01T15:54:59.708" v="2368" actId="20577"/>
          <ac:spMkLst>
            <pc:docMk/>
            <pc:sldMk cId="839509578" sldId="276"/>
            <ac:spMk id="3" creationId="{459EC7EE-FA28-D766-BA50-8528A29C1B27}"/>
          </ac:spMkLst>
        </pc:spChg>
      </pc:sldChg>
      <pc:sldChg chg="modSp add mod ord">
        <pc:chgData name="Lon Taranaki" userId="5e366b3c-24f3-4a3a-82ae-4290c43f14a8" providerId="ADAL" clId="{A8BC1B18-82B0-4EE0-A0EE-68767D30358E}" dt="2026-02-01T15:55:26.062" v="2383" actId="20577"/>
        <pc:sldMkLst>
          <pc:docMk/>
          <pc:sldMk cId="1210889733" sldId="277"/>
        </pc:sldMkLst>
        <pc:spChg chg="mod">
          <ac:chgData name="Lon Taranaki" userId="5e366b3c-24f3-4a3a-82ae-4290c43f14a8" providerId="ADAL" clId="{A8BC1B18-82B0-4EE0-A0EE-68767D30358E}" dt="2026-02-01T15:55:26.062" v="2383" actId="20577"/>
          <ac:spMkLst>
            <pc:docMk/>
            <pc:sldMk cId="1210889733" sldId="277"/>
            <ac:spMk id="3" creationId="{85799AD1-7973-CDDE-B308-A16F0F0B5414}"/>
          </ac:spMkLst>
        </pc:spChg>
      </pc:sldChg>
      <pc:sldMasterChg chg="modSp modSldLayout">
        <pc:chgData name="Lon Taranaki" userId="5e366b3c-24f3-4a3a-82ae-4290c43f14a8" providerId="ADAL" clId="{A8BC1B18-82B0-4EE0-A0EE-68767D30358E}" dt="2026-02-01T07:13:26.179" v="1"/>
        <pc:sldMasterMkLst>
          <pc:docMk/>
          <pc:sldMasterMk cId="2065314214" sldId="2147483665"/>
        </pc:sldMasterMkLst>
        <pc:spChg chg="mod">
          <ac:chgData name="Lon Taranaki" userId="5e366b3c-24f3-4a3a-82ae-4290c43f14a8" providerId="ADAL" clId="{A8BC1B18-82B0-4EE0-A0EE-68767D30358E}" dt="2026-02-01T07:13:26.179" v="1"/>
          <ac:spMkLst>
            <pc:docMk/>
            <pc:sldMasterMk cId="2065314214" sldId="2147483665"/>
            <ac:spMk id="2" creationId="{02F6B6D2-E656-85E2-E171-D89E82CB40A6}"/>
          </ac:spMkLst>
        </pc:spChg>
        <pc:spChg chg="mod">
          <ac:chgData name="Lon Taranaki" userId="5e366b3c-24f3-4a3a-82ae-4290c43f14a8" providerId="ADAL" clId="{A8BC1B18-82B0-4EE0-A0EE-68767D30358E}" dt="2026-02-01T07:13:26.179" v="1"/>
          <ac:spMkLst>
            <pc:docMk/>
            <pc:sldMasterMk cId="2065314214" sldId="2147483665"/>
            <ac:spMk id="3" creationId="{8E32CEEC-A0B8-7037-5B4D-2A51256D5892}"/>
          </ac:spMkLst>
        </pc:spChg>
        <pc:spChg chg="mod">
          <ac:chgData name="Lon Taranaki" userId="5e366b3c-24f3-4a3a-82ae-4290c43f14a8" providerId="ADAL" clId="{A8BC1B18-82B0-4EE0-A0EE-68767D30358E}" dt="2026-02-01T07:13:26.179" v="1"/>
          <ac:spMkLst>
            <pc:docMk/>
            <pc:sldMasterMk cId="2065314214" sldId="2147483665"/>
            <ac:spMk id="4" creationId="{AD40D535-DAD8-E549-2FC1-2EDFE3E3065E}"/>
          </ac:spMkLst>
        </pc:spChg>
        <pc:spChg chg="mod">
          <ac:chgData name="Lon Taranaki" userId="5e366b3c-24f3-4a3a-82ae-4290c43f14a8" providerId="ADAL" clId="{A8BC1B18-82B0-4EE0-A0EE-68767D30358E}" dt="2026-02-01T07:13:26.179" v="1"/>
          <ac:spMkLst>
            <pc:docMk/>
            <pc:sldMasterMk cId="2065314214" sldId="2147483665"/>
            <ac:spMk id="22" creationId="{8ABE9661-CC1B-CC52-76EE-656AF86BE4A1}"/>
          </ac:spMkLst>
        </pc:spChg>
        <pc:picChg chg="mod">
          <ac:chgData name="Lon Taranaki" userId="5e366b3c-24f3-4a3a-82ae-4290c43f14a8" providerId="ADAL" clId="{A8BC1B18-82B0-4EE0-A0EE-68767D30358E}" dt="2026-02-01T07:13:26.179" v="1"/>
          <ac:picMkLst>
            <pc:docMk/>
            <pc:sldMasterMk cId="2065314214" sldId="2147483665"/>
            <ac:picMk id="16" creationId="{BCF1CAE7-F05B-DE5B-7D77-92757BD139C4}"/>
          </ac:picMkLst>
        </pc:picChg>
        <pc:picChg chg="mod">
          <ac:chgData name="Lon Taranaki" userId="5e366b3c-24f3-4a3a-82ae-4290c43f14a8" providerId="ADAL" clId="{A8BC1B18-82B0-4EE0-A0EE-68767D30358E}" dt="2026-02-01T07:13:26.179" v="1"/>
          <ac:picMkLst>
            <pc:docMk/>
            <pc:sldMasterMk cId="2065314214" sldId="2147483665"/>
            <ac:picMk id="21" creationId="{B3398B5F-26BE-FA22-07B1-8FF70936BE35}"/>
          </ac:picMkLst>
        </pc:picChg>
        <pc:cxnChg chg="mod">
          <ac:chgData name="Lon Taranaki" userId="5e366b3c-24f3-4a3a-82ae-4290c43f14a8" providerId="ADAL" clId="{A8BC1B18-82B0-4EE0-A0EE-68767D30358E}" dt="2026-02-01T07:13:26.179" v="1"/>
          <ac:cxnSpMkLst>
            <pc:docMk/>
            <pc:sldMasterMk cId="2065314214" sldId="2147483665"/>
            <ac:cxnSpMk id="10" creationId="{20D028D6-F7D7-9979-C36F-0F3F90564CBE}"/>
          </ac:cxnSpMkLst>
        </pc:cxnChg>
        <pc:sldLayoutChg chg="modSp">
          <pc:chgData name="Lon Taranaki" userId="5e366b3c-24f3-4a3a-82ae-4290c43f14a8" providerId="ADAL" clId="{A8BC1B18-82B0-4EE0-A0EE-68767D30358E}" dt="2026-02-01T07:13:26.179" v="1"/>
          <pc:sldLayoutMkLst>
            <pc:docMk/>
            <pc:sldMasterMk cId="2065314214" sldId="2147483665"/>
            <pc:sldLayoutMk cId="2957308674" sldId="2147483667"/>
          </pc:sldLayoutMkLst>
          <pc:spChg chg="mod">
            <ac:chgData name="Lon Taranaki" userId="5e366b3c-24f3-4a3a-82ae-4290c43f14a8" providerId="ADAL" clId="{A8BC1B18-82B0-4EE0-A0EE-68767D30358E}" dt="2026-02-01T07:13:26.179" v="1"/>
            <ac:spMkLst>
              <pc:docMk/>
              <pc:sldMasterMk cId="2065314214" sldId="2147483665"/>
              <pc:sldLayoutMk cId="2957308674" sldId="2147483667"/>
              <ac:spMk id="9" creationId="{D9829FBB-6D78-BBC0-8338-278A6A1BEC6B}"/>
            </ac:spMkLst>
          </pc:spChg>
          <pc:spChg chg="mod">
            <ac:chgData name="Lon Taranaki" userId="5e366b3c-24f3-4a3a-82ae-4290c43f14a8" providerId="ADAL" clId="{A8BC1B18-82B0-4EE0-A0EE-68767D30358E}" dt="2026-02-01T07:13:26.179" v="1"/>
            <ac:spMkLst>
              <pc:docMk/>
              <pc:sldMasterMk cId="2065314214" sldId="2147483665"/>
              <pc:sldLayoutMk cId="2957308674" sldId="2147483667"/>
              <ac:spMk id="11" creationId="{59CFE8DD-8F38-A0A3-9C1C-0D1C80266B2C}"/>
            </ac:spMkLst>
          </pc:spChg>
          <pc:spChg chg="mod">
            <ac:chgData name="Lon Taranaki" userId="5e366b3c-24f3-4a3a-82ae-4290c43f14a8" providerId="ADAL" clId="{A8BC1B18-82B0-4EE0-A0EE-68767D30358E}" dt="2026-02-01T07:13:26.179" v="1"/>
            <ac:spMkLst>
              <pc:docMk/>
              <pc:sldMasterMk cId="2065314214" sldId="2147483665"/>
              <pc:sldLayoutMk cId="2957308674" sldId="2147483667"/>
              <ac:spMk id="12" creationId="{83364F19-6284-B66E-C7A8-1C18A765BA2C}"/>
            </ac:spMkLst>
          </pc:spChg>
          <pc:spChg chg="mod">
            <ac:chgData name="Lon Taranaki" userId="5e366b3c-24f3-4a3a-82ae-4290c43f14a8" providerId="ADAL" clId="{A8BC1B18-82B0-4EE0-A0EE-68767D30358E}" dt="2026-02-01T07:13:26.179" v="1"/>
            <ac:spMkLst>
              <pc:docMk/>
              <pc:sldMasterMk cId="2065314214" sldId="2147483665"/>
              <pc:sldLayoutMk cId="2957308674" sldId="2147483667"/>
              <ac:spMk id="18" creationId="{67836A8B-8DBA-2677-D21A-66290D597BDF}"/>
            </ac:spMkLst>
          </pc:spChg>
          <pc:picChg chg="mod">
            <ac:chgData name="Lon Taranaki" userId="5e366b3c-24f3-4a3a-82ae-4290c43f14a8" providerId="ADAL" clId="{A8BC1B18-82B0-4EE0-A0EE-68767D30358E}" dt="2026-02-01T07:13:26.179" v="1"/>
            <ac:picMkLst>
              <pc:docMk/>
              <pc:sldMasterMk cId="2065314214" sldId="2147483665"/>
              <pc:sldLayoutMk cId="2957308674" sldId="2147483667"/>
              <ac:picMk id="16" creationId="{A3CF4F31-A3BB-4488-42E7-63B564A6BEAD}"/>
            </ac:picMkLst>
          </pc:picChg>
          <pc:picChg chg="mod">
            <ac:chgData name="Lon Taranaki" userId="5e366b3c-24f3-4a3a-82ae-4290c43f14a8" providerId="ADAL" clId="{A8BC1B18-82B0-4EE0-A0EE-68767D30358E}" dt="2026-02-01T07:13:26.179" v="1"/>
            <ac:picMkLst>
              <pc:docMk/>
              <pc:sldMasterMk cId="2065314214" sldId="2147483665"/>
              <pc:sldLayoutMk cId="2957308674" sldId="2147483667"/>
              <ac:picMk id="17" creationId="{9B3F3D51-3C61-B3B8-0F65-21392CD7CC0A}"/>
            </ac:picMkLst>
          </pc:picChg>
        </pc:sldLayoutChg>
        <pc:sldLayoutChg chg="modSp">
          <pc:chgData name="Lon Taranaki" userId="5e366b3c-24f3-4a3a-82ae-4290c43f14a8" providerId="ADAL" clId="{A8BC1B18-82B0-4EE0-A0EE-68767D30358E}" dt="2026-02-01T07:13:26.179" v="1"/>
          <pc:sldLayoutMkLst>
            <pc:docMk/>
            <pc:sldMasterMk cId="2065314214" sldId="2147483665"/>
            <pc:sldLayoutMk cId="153127318" sldId="2147483681"/>
          </pc:sldLayoutMkLst>
          <pc:spChg chg="mod">
            <ac:chgData name="Lon Taranaki" userId="5e366b3c-24f3-4a3a-82ae-4290c43f14a8" providerId="ADAL" clId="{A8BC1B18-82B0-4EE0-A0EE-68767D30358E}" dt="2026-02-01T07:13:26.179" v="1"/>
            <ac:spMkLst>
              <pc:docMk/>
              <pc:sldMasterMk cId="2065314214" sldId="2147483665"/>
              <pc:sldLayoutMk cId="153127318" sldId="2147483681"/>
              <ac:spMk id="4" creationId="{19259866-ECAA-FB85-D528-A3DA10C079B9}"/>
            </ac:spMkLst>
          </pc:spChg>
        </pc:sldLayoutChg>
        <pc:sldLayoutChg chg="modSp">
          <pc:chgData name="Lon Taranaki" userId="5e366b3c-24f3-4a3a-82ae-4290c43f14a8" providerId="ADAL" clId="{A8BC1B18-82B0-4EE0-A0EE-68767D30358E}" dt="2026-02-01T07:13:26.179" v="1"/>
          <pc:sldLayoutMkLst>
            <pc:docMk/>
            <pc:sldMasterMk cId="2065314214" sldId="2147483665"/>
            <pc:sldLayoutMk cId="4150082347" sldId="2147483682"/>
          </pc:sldLayoutMkLst>
          <pc:spChg chg="mod">
            <ac:chgData name="Lon Taranaki" userId="5e366b3c-24f3-4a3a-82ae-4290c43f14a8" providerId="ADAL" clId="{A8BC1B18-82B0-4EE0-A0EE-68767D30358E}" dt="2026-02-01T07:13:26.179" v="1"/>
            <ac:spMkLst>
              <pc:docMk/>
              <pc:sldMasterMk cId="2065314214" sldId="2147483665"/>
              <pc:sldLayoutMk cId="4150082347" sldId="2147483682"/>
              <ac:spMk id="7" creationId="{47510203-9DCF-76FF-B0C5-E7718E318354}"/>
            </ac:spMkLst>
          </pc:spChg>
          <pc:spChg chg="mod">
            <ac:chgData name="Lon Taranaki" userId="5e366b3c-24f3-4a3a-82ae-4290c43f14a8" providerId="ADAL" clId="{A8BC1B18-82B0-4EE0-A0EE-68767D30358E}" dt="2026-02-01T07:13:26.179" v="1"/>
            <ac:spMkLst>
              <pc:docMk/>
              <pc:sldMasterMk cId="2065314214" sldId="2147483665"/>
              <pc:sldLayoutMk cId="4150082347" sldId="2147483682"/>
              <ac:spMk id="8" creationId="{C11FEBC5-9F0F-E936-FD86-BBCF1FD1D151}"/>
            </ac:spMkLst>
          </pc:spChg>
        </pc:sldLayoutChg>
        <pc:sldLayoutChg chg="modSp">
          <pc:chgData name="Lon Taranaki" userId="5e366b3c-24f3-4a3a-82ae-4290c43f14a8" providerId="ADAL" clId="{A8BC1B18-82B0-4EE0-A0EE-68767D30358E}" dt="2026-02-01T07:13:26.179" v="1"/>
          <pc:sldLayoutMkLst>
            <pc:docMk/>
            <pc:sldMasterMk cId="2065314214" sldId="2147483665"/>
            <pc:sldLayoutMk cId="110868597" sldId="2147483683"/>
          </pc:sldLayoutMkLst>
          <pc:spChg chg="mod">
            <ac:chgData name="Lon Taranaki" userId="5e366b3c-24f3-4a3a-82ae-4290c43f14a8" providerId="ADAL" clId="{A8BC1B18-82B0-4EE0-A0EE-68767D30358E}" dt="2026-02-01T07:13:26.179" v="1"/>
            <ac:spMkLst>
              <pc:docMk/>
              <pc:sldMasterMk cId="2065314214" sldId="2147483665"/>
              <pc:sldLayoutMk cId="110868597" sldId="2147483683"/>
              <ac:spMk id="13" creationId="{183C0A8A-868F-A9E4-0F98-CC51AE0FB685}"/>
            </ac:spMkLst>
          </pc:spChg>
          <pc:picChg chg="mod">
            <ac:chgData name="Lon Taranaki" userId="5e366b3c-24f3-4a3a-82ae-4290c43f14a8" providerId="ADAL" clId="{A8BC1B18-82B0-4EE0-A0EE-68767D30358E}" dt="2026-02-01T07:13:26.179" v="1"/>
            <ac:picMkLst>
              <pc:docMk/>
              <pc:sldMasterMk cId="2065314214" sldId="2147483665"/>
              <pc:sldLayoutMk cId="110868597" sldId="2147483683"/>
              <ac:picMk id="9" creationId="{A7DDE5FB-1505-3C83-8C68-879F186112A8}"/>
            </ac:picMkLst>
          </pc:picChg>
          <pc:picChg chg="mod">
            <ac:chgData name="Lon Taranaki" userId="5e366b3c-24f3-4a3a-82ae-4290c43f14a8" providerId="ADAL" clId="{A8BC1B18-82B0-4EE0-A0EE-68767D30358E}" dt="2026-02-01T07:13:26.179" v="1"/>
            <ac:picMkLst>
              <pc:docMk/>
              <pc:sldMasterMk cId="2065314214" sldId="2147483665"/>
              <pc:sldLayoutMk cId="110868597" sldId="2147483683"/>
              <ac:picMk id="10" creationId="{3EA6D907-CAE4-AB00-F6DD-DDBD596034D1}"/>
            </ac:picMkLst>
          </pc:picChg>
        </pc:sldLayoutChg>
        <pc:sldLayoutChg chg="modSp">
          <pc:chgData name="Lon Taranaki" userId="5e366b3c-24f3-4a3a-82ae-4290c43f14a8" providerId="ADAL" clId="{A8BC1B18-82B0-4EE0-A0EE-68767D30358E}" dt="2026-02-01T07:13:26.179" v="1"/>
          <pc:sldLayoutMkLst>
            <pc:docMk/>
            <pc:sldMasterMk cId="2065314214" sldId="2147483665"/>
            <pc:sldLayoutMk cId="3909985285" sldId="2147483684"/>
          </pc:sldLayoutMkLst>
          <pc:spChg chg="mod">
            <ac:chgData name="Lon Taranaki" userId="5e366b3c-24f3-4a3a-82ae-4290c43f14a8" providerId="ADAL" clId="{A8BC1B18-82B0-4EE0-A0EE-68767D30358E}" dt="2026-02-01T07:13:26.179" v="1"/>
            <ac:spMkLst>
              <pc:docMk/>
              <pc:sldMasterMk cId="2065314214" sldId="2147483665"/>
              <pc:sldLayoutMk cId="3909985285" sldId="2147483684"/>
              <ac:spMk id="3" creationId="{F8028368-46FA-5A28-9050-24325E743B6F}"/>
            </ac:spMkLst>
          </pc:spChg>
          <pc:spChg chg="mod">
            <ac:chgData name="Lon Taranaki" userId="5e366b3c-24f3-4a3a-82ae-4290c43f14a8" providerId="ADAL" clId="{A8BC1B18-82B0-4EE0-A0EE-68767D30358E}" dt="2026-02-01T07:13:26.179" v="1"/>
            <ac:spMkLst>
              <pc:docMk/>
              <pc:sldMasterMk cId="2065314214" sldId="2147483665"/>
              <pc:sldLayoutMk cId="3909985285" sldId="2147483684"/>
              <ac:spMk id="7" creationId="{88D66CC2-AE11-AB5A-02CE-44B6ED14AE4F}"/>
            </ac:spMkLst>
          </pc:spChg>
          <pc:picChg chg="mod">
            <ac:chgData name="Lon Taranaki" userId="5e366b3c-24f3-4a3a-82ae-4290c43f14a8" providerId="ADAL" clId="{A8BC1B18-82B0-4EE0-A0EE-68767D30358E}" dt="2026-02-01T07:13:26.179" v="1"/>
            <ac:picMkLst>
              <pc:docMk/>
              <pc:sldMasterMk cId="2065314214" sldId="2147483665"/>
              <pc:sldLayoutMk cId="3909985285" sldId="2147483684"/>
              <ac:picMk id="4" creationId="{23D1EC67-A795-49EA-9211-CBED8C1FB9F8}"/>
            </ac:picMkLst>
          </pc:picChg>
          <pc:picChg chg="mod">
            <ac:chgData name="Lon Taranaki" userId="5e366b3c-24f3-4a3a-82ae-4290c43f14a8" providerId="ADAL" clId="{A8BC1B18-82B0-4EE0-A0EE-68767D30358E}" dt="2026-02-01T07:13:26.179" v="1"/>
            <ac:picMkLst>
              <pc:docMk/>
              <pc:sldMasterMk cId="2065314214" sldId="2147483665"/>
              <pc:sldLayoutMk cId="3909985285" sldId="2147483684"/>
              <ac:picMk id="5" creationId="{F8C2397F-E078-816C-D389-7934D2ECBE30}"/>
            </ac:picMkLst>
          </pc:picChg>
          <pc:picChg chg="mod">
            <ac:chgData name="Lon Taranaki" userId="5e366b3c-24f3-4a3a-82ae-4290c43f14a8" providerId="ADAL" clId="{A8BC1B18-82B0-4EE0-A0EE-68767D30358E}" dt="2026-02-01T07:13:26.179" v="1"/>
            <ac:picMkLst>
              <pc:docMk/>
              <pc:sldMasterMk cId="2065314214" sldId="2147483665"/>
              <pc:sldLayoutMk cId="3909985285" sldId="2147483684"/>
              <ac:picMk id="9" creationId="{77D92E61-9C54-82D8-2C8F-2DF4A149F99D}"/>
            </ac:picMkLst>
          </pc:picChg>
        </pc:sldLayoutChg>
        <pc:sldLayoutChg chg="modSp">
          <pc:chgData name="Lon Taranaki" userId="5e366b3c-24f3-4a3a-82ae-4290c43f14a8" providerId="ADAL" clId="{A8BC1B18-82B0-4EE0-A0EE-68767D30358E}" dt="2026-02-01T07:13:26.179" v="1"/>
          <pc:sldLayoutMkLst>
            <pc:docMk/>
            <pc:sldMasterMk cId="2065314214" sldId="2147483665"/>
            <pc:sldLayoutMk cId="2356264462" sldId="2147483685"/>
          </pc:sldLayoutMkLst>
          <pc:spChg chg="mod">
            <ac:chgData name="Lon Taranaki" userId="5e366b3c-24f3-4a3a-82ae-4290c43f14a8" providerId="ADAL" clId="{A8BC1B18-82B0-4EE0-A0EE-68767D30358E}" dt="2026-02-01T07:13:26.179" v="1"/>
            <ac:spMkLst>
              <pc:docMk/>
              <pc:sldMasterMk cId="2065314214" sldId="2147483665"/>
              <pc:sldLayoutMk cId="2356264462" sldId="2147483685"/>
              <ac:spMk id="4" creationId="{F74F9ED4-726E-E5D6-2156-EEA1A1703B76}"/>
            </ac:spMkLst>
          </pc:spChg>
          <pc:spChg chg="mod">
            <ac:chgData name="Lon Taranaki" userId="5e366b3c-24f3-4a3a-82ae-4290c43f14a8" providerId="ADAL" clId="{A8BC1B18-82B0-4EE0-A0EE-68767D30358E}" dt="2026-02-01T07:13:26.179" v="1"/>
            <ac:spMkLst>
              <pc:docMk/>
              <pc:sldMasterMk cId="2065314214" sldId="2147483665"/>
              <pc:sldLayoutMk cId="2356264462" sldId="2147483685"/>
              <ac:spMk id="5" creationId="{0AD5DADC-2162-DC8C-D381-D2736C54A307}"/>
            </ac:spMkLst>
          </pc:spChg>
          <pc:picChg chg="mod">
            <ac:chgData name="Lon Taranaki" userId="5e366b3c-24f3-4a3a-82ae-4290c43f14a8" providerId="ADAL" clId="{A8BC1B18-82B0-4EE0-A0EE-68767D30358E}" dt="2026-02-01T07:13:26.179" v="1"/>
            <ac:picMkLst>
              <pc:docMk/>
              <pc:sldMasterMk cId="2065314214" sldId="2147483665"/>
              <pc:sldLayoutMk cId="2356264462" sldId="2147483685"/>
              <ac:picMk id="10" creationId="{3EA6D907-CAE4-AB00-F6DD-DDBD596034D1}"/>
            </ac:picMkLst>
          </pc:picChg>
          <pc:picChg chg="mod">
            <ac:chgData name="Lon Taranaki" userId="5e366b3c-24f3-4a3a-82ae-4290c43f14a8" providerId="ADAL" clId="{A8BC1B18-82B0-4EE0-A0EE-68767D30358E}" dt="2026-02-01T07:13:26.179" v="1"/>
            <ac:picMkLst>
              <pc:docMk/>
              <pc:sldMasterMk cId="2065314214" sldId="2147483665"/>
              <pc:sldLayoutMk cId="2356264462" sldId="2147483685"/>
              <ac:picMk id="11" creationId="{049A7B15-EE7F-A517-0B61-733FB8DA1AA6}"/>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73FB2-B041-4130-9617-C5F9E7EB7F8D}" type="datetimeFigureOut">
              <a:rPr lang="en-AU" smtClean="0"/>
              <a:t>2/02/2026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1CFE50-A6C2-4266-AAA8-48C2F3C67A54}" type="slidenum">
              <a:rPr lang="en-AU" smtClean="0"/>
              <a:t>‹#›</a:t>
            </a:fld>
            <a:endParaRPr lang="en-AU"/>
          </a:p>
        </p:txBody>
      </p:sp>
    </p:spTree>
    <p:extLst>
      <p:ext uri="{BB962C8B-B14F-4D97-AF65-F5344CB8AC3E}">
        <p14:creationId xmlns:p14="http://schemas.microsoft.com/office/powerpoint/2010/main" val="618400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1">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3EA6D907-CAE4-AB00-F6DD-DDBD596034D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9890" b="25274"/>
          <a:stretch>
            <a:fillRect/>
          </a:stretch>
        </p:blipFill>
        <p:spPr bwMode="auto">
          <a:xfrm>
            <a:off x="0" y="3429002"/>
            <a:ext cx="12192000" cy="3428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0">
            <a:extLst>
              <a:ext uri="{FF2B5EF4-FFF2-40B4-BE49-F238E27FC236}">
                <a16:creationId xmlns:a16="http://schemas.microsoft.com/office/drawing/2014/main" id="{F74F9ED4-726E-E5D6-2156-EEA1A1703B76}"/>
              </a:ext>
            </a:extLst>
          </p:cNvPr>
          <p:cNvSpPr>
            <a:spLocks noGrp="1"/>
          </p:cNvSpPr>
          <p:nvPr>
            <p:ph type="title"/>
          </p:nvPr>
        </p:nvSpPr>
        <p:spPr>
          <a:xfrm>
            <a:off x="4643025" y="573499"/>
            <a:ext cx="6480699" cy="452560"/>
          </a:xfrm>
        </p:spPr>
        <p:txBody>
          <a:bodyPr wrap="square">
            <a:spAutoFit/>
          </a:bodyPr>
          <a:lstStyle>
            <a:lvl1pPr algn="ctr">
              <a:defRPr sz="2601" b="1">
                <a:solidFill>
                  <a:schemeClr val="bg2">
                    <a:lumMod val="25000"/>
                  </a:schemeClr>
                </a:solidFill>
              </a:defRPr>
            </a:lvl1pPr>
          </a:lstStyle>
          <a:p>
            <a:r>
              <a:rPr lang="en-US"/>
              <a:t>Click to edit Master title style</a:t>
            </a:r>
            <a:endParaRPr lang="en-AU" dirty="0"/>
          </a:p>
        </p:txBody>
      </p:sp>
      <p:sp>
        <p:nvSpPr>
          <p:cNvPr id="5" name="Text Placeholder 14">
            <a:extLst>
              <a:ext uri="{FF2B5EF4-FFF2-40B4-BE49-F238E27FC236}">
                <a16:creationId xmlns:a16="http://schemas.microsoft.com/office/drawing/2014/main" id="{0AD5DADC-2162-DC8C-D381-D2736C54A307}"/>
              </a:ext>
            </a:extLst>
          </p:cNvPr>
          <p:cNvSpPr>
            <a:spLocks noGrp="1"/>
          </p:cNvSpPr>
          <p:nvPr>
            <p:ph type="body" sz="quarter" idx="11"/>
          </p:nvPr>
        </p:nvSpPr>
        <p:spPr>
          <a:xfrm>
            <a:off x="5726098" y="2428367"/>
            <a:ext cx="4314548" cy="286360"/>
          </a:xfrm>
          <a:prstGeom prst="rect">
            <a:avLst/>
          </a:prstGeom>
        </p:spPr>
        <p:txBody>
          <a:bodyPr wrap="square">
            <a:spAutoFit/>
          </a:bodyPr>
          <a:lstStyle>
            <a:lvl1pPr algn="ctr">
              <a:buNone/>
              <a:defRPr sz="1401"/>
            </a:lvl1pPr>
          </a:lstStyle>
          <a:p>
            <a:pPr lvl="0"/>
            <a:r>
              <a:rPr lang="en-US"/>
              <a:t>Click to edit Master text styles</a:t>
            </a:r>
          </a:p>
        </p:txBody>
      </p:sp>
      <p:pic>
        <p:nvPicPr>
          <p:cNvPr id="11" name="Picture 10">
            <a:extLst>
              <a:ext uri="{FF2B5EF4-FFF2-40B4-BE49-F238E27FC236}">
                <a16:creationId xmlns:a16="http://schemas.microsoft.com/office/drawing/2014/main" id="{049A7B15-EE7F-A517-0B61-733FB8DA1A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3094" y="420209"/>
            <a:ext cx="4006078" cy="2454190"/>
          </a:xfrm>
          <a:prstGeom prst="rect">
            <a:avLst/>
          </a:prstGeom>
        </p:spPr>
      </p:pic>
    </p:spTree>
    <p:extLst>
      <p:ext uri="{BB962C8B-B14F-4D97-AF65-F5344CB8AC3E}">
        <p14:creationId xmlns:p14="http://schemas.microsoft.com/office/powerpoint/2010/main" val="2356264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8028368-46FA-5A28-9050-24325E743B6F}"/>
              </a:ext>
            </a:extLst>
          </p:cNvPr>
          <p:cNvSpPr>
            <a:spLocks noGrp="1"/>
          </p:cNvSpPr>
          <p:nvPr>
            <p:ph type="sldNum" sz="quarter" idx="10"/>
          </p:nvPr>
        </p:nvSpPr>
        <p:spPr>
          <a:xfrm>
            <a:off x="11452782" y="6526542"/>
            <a:ext cx="695324" cy="322581"/>
          </a:xfrm>
          <a:prstGeom prst="rect">
            <a:avLst/>
          </a:prstGeom>
        </p:spPr>
        <p:txBody>
          <a:bodyPr/>
          <a:lstStyle/>
          <a:p>
            <a:fld id="{48F58942-C054-464B-9F58-C6B1F5B60348}" type="slidenum">
              <a:rPr lang="en-AU" smtClean="0"/>
              <a:t>‹#›</a:t>
            </a:fld>
            <a:endParaRPr lang="en-AU"/>
          </a:p>
        </p:txBody>
      </p:sp>
      <p:pic>
        <p:nvPicPr>
          <p:cNvPr id="4" name="Picture 2">
            <a:extLst>
              <a:ext uri="{FF2B5EF4-FFF2-40B4-BE49-F238E27FC236}">
                <a16:creationId xmlns:a16="http://schemas.microsoft.com/office/drawing/2014/main" id="{23D1EC67-A795-49EA-9211-CBED8C1FB9F8}"/>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15973" r="203"/>
          <a:stretch>
            <a:fillRect/>
          </a:stretch>
        </p:blipFill>
        <p:spPr bwMode="auto">
          <a:xfrm>
            <a:off x="6096003" y="0"/>
            <a:ext cx="608828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8C2397F-E078-816C-D389-7934D2ECBE3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38121" y="367896"/>
            <a:ext cx="2771733" cy="1501298"/>
          </a:xfrm>
          <a:prstGeom prst="rect">
            <a:avLst/>
          </a:prstGeom>
        </p:spPr>
      </p:pic>
      <p:sp>
        <p:nvSpPr>
          <p:cNvPr id="7" name="Title 10">
            <a:extLst>
              <a:ext uri="{FF2B5EF4-FFF2-40B4-BE49-F238E27FC236}">
                <a16:creationId xmlns:a16="http://schemas.microsoft.com/office/drawing/2014/main" id="{88D66CC2-AE11-AB5A-02CE-44B6ED14AE4F}"/>
              </a:ext>
            </a:extLst>
          </p:cNvPr>
          <p:cNvSpPr>
            <a:spLocks noGrp="1"/>
          </p:cNvSpPr>
          <p:nvPr>
            <p:ph type="title"/>
          </p:nvPr>
        </p:nvSpPr>
        <p:spPr>
          <a:xfrm>
            <a:off x="609601" y="3035349"/>
            <a:ext cx="4810124" cy="812787"/>
          </a:xfrm>
        </p:spPr>
        <p:txBody>
          <a:bodyPr wrap="square">
            <a:spAutoFit/>
          </a:bodyPr>
          <a:lstStyle>
            <a:lvl1pPr algn="ctr">
              <a:defRPr sz="2601" b="1">
                <a:solidFill>
                  <a:schemeClr val="bg2">
                    <a:lumMod val="25000"/>
                  </a:schemeClr>
                </a:solidFill>
              </a:defRPr>
            </a:lvl1pPr>
          </a:lstStyle>
          <a:p>
            <a:r>
              <a:rPr lang="en-US"/>
              <a:t>Click to edit Master title style</a:t>
            </a:r>
            <a:endParaRPr lang="en-AU" dirty="0"/>
          </a:p>
        </p:txBody>
      </p:sp>
      <p:pic>
        <p:nvPicPr>
          <p:cNvPr id="9" name="Picture 8">
            <a:extLst>
              <a:ext uri="{FF2B5EF4-FFF2-40B4-BE49-F238E27FC236}">
                <a16:creationId xmlns:a16="http://schemas.microsoft.com/office/drawing/2014/main" id="{77D92E61-9C54-82D8-2C8F-2DF4A149F99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0137" y="6573687"/>
            <a:ext cx="5555726" cy="288177"/>
          </a:xfrm>
          <a:prstGeom prst="rect">
            <a:avLst/>
          </a:prstGeom>
        </p:spPr>
      </p:pic>
    </p:spTree>
    <p:extLst>
      <p:ext uri="{BB962C8B-B14F-4D97-AF65-F5344CB8AC3E}">
        <p14:creationId xmlns:p14="http://schemas.microsoft.com/office/powerpoint/2010/main" val="3909985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Slid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56264-4F00-ADC3-CAE4-ECF39EB6CB79}"/>
              </a:ext>
            </a:extLst>
          </p:cNvPr>
          <p:cNvSpPr>
            <a:spLocks noGrp="1"/>
          </p:cNvSpPr>
          <p:nvPr>
            <p:ph type="title"/>
          </p:nvPr>
        </p:nvSpPr>
        <p:spPr/>
        <p:txBody>
          <a:bodyPr/>
          <a:lstStyle/>
          <a:p>
            <a:r>
              <a:rPr lang="en-US"/>
              <a:t>Click to edit Master title style</a:t>
            </a:r>
            <a:endParaRPr lang="en-AU"/>
          </a:p>
        </p:txBody>
      </p:sp>
      <p:sp>
        <p:nvSpPr>
          <p:cNvPr id="4" name="Content Placeholder 2">
            <a:extLst>
              <a:ext uri="{FF2B5EF4-FFF2-40B4-BE49-F238E27FC236}">
                <a16:creationId xmlns:a16="http://schemas.microsoft.com/office/drawing/2014/main" id="{19259866-ECAA-FB85-D528-A3DA10C079B9}"/>
              </a:ext>
            </a:extLst>
          </p:cNvPr>
          <p:cNvSpPr>
            <a:spLocks noGrp="1"/>
          </p:cNvSpPr>
          <p:nvPr>
            <p:ph idx="1"/>
          </p:nvPr>
        </p:nvSpPr>
        <p:spPr>
          <a:xfrm>
            <a:off x="346230" y="896645"/>
            <a:ext cx="11469950" cy="5280319"/>
          </a:xfrm>
          <a:prstGeom prst="rect">
            <a:avLst/>
          </a:prstGeom>
        </p:spPr>
        <p:txBody>
          <a:bodyPr/>
          <a:lstStyle>
            <a:lvl1pPr>
              <a:defRPr sz="1600"/>
            </a:lvl1pPr>
            <a:lvl2pPr>
              <a:defRPr sz="1600"/>
            </a:lvl2pPr>
            <a:lvl3pPr>
              <a:defRPr sz="1401"/>
            </a:lvl3pPr>
            <a:lvl4pPr>
              <a:defRPr sz="1401"/>
            </a:lvl4pPr>
            <a:lvl5pPr>
              <a:defRPr sz="140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5312731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35ED9-2A5F-0B7B-7EB4-6853482EA032}"/>
              </a:ext>
            </a:extLst>
          </p:cNvPr>
          <p:cNvSpPr>
            <a:spLocks noGrp="1"/>
          </p:cNvSpPr>
          <p:nvPr>
            <p:ph type="title"/>
          </p:nvPr>
        </p:nvSpPr>
        <p:spPr/>
        <p:txBody>
          <a:bodyPr/>
          <a:lstStyle/>
          <a:p>
            <a:r>
              <a:rPr lang="en-US"/>
              <a:t>Click to edit Master title style</a:t>
            </a:r>
            <a:endParaRPr lang="en-AU"/>
          </a:p>
        </p:txBody>
      </p:sp>
      <p:sp>
        <p:nvSpPr>
          <p:cNvPr id="7" name="Holder 3">
            <a:extLst>
              <a:ext uri="{FF2B5EF4-FFF2-40B4-BE49-F238E27FC236}">
                <a16:creationId xmlns:a16="http://schemas.microsoft.com/office/drawing/2014/main" id="{47510203-9DCF-76FF-B0C5-E7718E318354}"/>
              </a:ext>
            </a:extLst>
          </p:cNvPr>
          <p:cNvSpPr>
            <a:spLocks noGrp="1"/>
          </p:cNvSpPr>
          <p:nvPr>
            <p:ph sz="half" idx="2"/>
          </p:nvPr>
        </p:nvSpPr>
        <p:spPr>
          <a:xfrm>
            <a:off x="346232" y="1398971"/>
            <a:ext cx="5397623" cy="221599"/>
          </a:xfrm>
          <a:prstGeom prst="rect">
            <a:avLst/>
          </a:prstGeom>
        </p:spPr>
        <p:txBody>
          <a:bodyPr wrap="square" lIns="0" tIns="0" rIns="0" bIns="0">
            <a:spAutoFit/>
          </a:bodyPr>
          <a:lstStyle>
            <a:lvl1pPr>
              <a:defRPr sz="1600"/>
            </a:lvl1pPr>
          </a:lstStyle>
          <a:p>
            <a:pPr lvl="0"/>
            <a:r>
              <a:rPr lang="en-US"/>
              <a:t>Click to edit Master text styles</a:t>
            </a:r>
          </a:p>
        </p:txBody>
      </p:sp>
      <p:sp>
        <p:nvSpPr>
          <p:cNvPr id="8" name="Holder 4">
            <a:extLst>
              <a:ext uri="{FF2B5EF4-FFF2-40B4-BE49-F238E27FC236}">
                <a16:creationId xmlns:a16="http://schemas.microsoft.com/office/drawing/2014/main" id="{C11FEBC5-9F0F-E936-FD86-BBCF1FD1D151}"/>
              </a:ext>
            </a:extLst>
          </p:cNvPr>
          <p:cNvSpPr>
            <a:spLocks noGrp="1"/>
          </p:cNvSpPr>
          <p:nvPr>
            <p:ph sz="half" idx="3"/>
          </p:nvPr>
        </p:nvSpPr>
        <p:spPr>
          <a:xfrm>
            <a:off x="5868139" y="1388804"/>
            <a:ext cx="5948039" cy="221599"/>
          </a:xfrm>
          <a:prstGeom prst="rect">
            <a:avLst/>
          </a:prstGeom>
        </p:spPr>
        <p:txBody>
          <a:bodyPr wrap="square" lIns="0" tIns="0" rIns="0" bIns="0">
            <a:spAutoFit/>
          </a:bodyPr>
          <a:lstStyle>
            <a:lvl1pPr>
              <a:defRPr sz="1600"/>
            </a:lvl1pPr>
          </a:lstStyle>
          <a:p>
            <a:pPr lvl="0"/>
            <a:r>
              <a:rPr lang="en-US"/>
              <a:t>Click to edit Master text styles</a:t>
            </a:r>
          </a:p>
        </p:txBody>
      </p:sp>
    </p:spTree>
    <p:extLst>
      <p:ext uri="{BB962C8B-B14F-4D97-AF65-F5344CB8AC3E}">
        <p14:creationId xmlns:p14="http://schemas.microsoft.com/office/powerpoint/2010/main" val="4150082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2">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3EA6D907-CAE4-AB00-F6DD-DDBD596034D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29890" b="25274"/>
          <a:stretch>
            <a:fillRect/>
          </a:stretch>
        </p:blipFill>
        <p:spPr bwMode="auto">
          <a:xfrm>
            <a:off x="0" y="9525"/>
            <a:ext cx="12192000" cy="41148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A7DDE5FB-1505-3C83-8C68-879F186112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7997" y="4814023"/>
            <a:ext cx="2489915" cy="1348652"/>
          </a:xfrm>
          <a:prstGeom prst="rect">
            <a:avLst/>
          </a:prstGeom>
        </p:spPr>
      </p:pic>
      <p:sp>
        <p:nvSpPr>
          <p:cNvPr id="13" name="Text Placeholder 12">
            <a:extLst>
              <a:ext uri="{FF2B5EF4-FFF2-40B4-BE49-F238E27FC236}">
                <a16:creationId xmlns:a16="http://schemas.microsoft.com/office/drawing/2014/main" id="{183C0A8A-868F-A9E4-0F98-CC51AE0FB685}"/>
              </a:ext>
            </a:extLst>
          </p:cNvPr>
          <p:cNvSpPr>
            <a:spLocks noGrp="1"/>
          </p:cNvSpPr>
          <p:nvPr>
            <p:ph type="body" sz="quarter" idx="16"/>
          </p:nvPr>
        </p:nvSpPr>
        <p:spPr>
          <a:xfrm>
            <a:off x="3343275" y="5324476"/>
            <a:ext cx="6848476" cy="480131"/>
          </a:xfrm>
          <a:prstGeom prst="rect">
            <a:avLst/>
          </a:prstGeom>
        </p:spPr>
        <p:txBody>
          <a:bodyPr wrap="square">
            <a:spAutoFit/>
          </a:bodyPr>
          <a:lstStyle>
            <a:lvl1pPr algn="ctr">
              <a:buNone/>
              <a:defRPr sz="2800"/>
            </a:lvl1pPr>
          </a:lstStyle>
          <a:p>
            <a:pPr lvl="0"/>
            <a:r>
              <a:rPr lang="en-US"/>
              <a:t>Click to edit Master text styles</a:t>
            </a:r>
          </a:p>
        </p:txBody>
      </p:sp>
    </p:spTree>
    <p:extLst>
      <p:ext uri="{BB962C8B-B14F-4D97-AF65-F5344CB8AC3E}">
        <p14:creationId xmlns:p14="http://schemas.microsoft.com/office/powerpoint/2010/main" val="110868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ext Slide #2">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B3F3D51-3C61-B3B8-0F65-21392CD7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83030" y="3244503"/>
            <a:ext cx="1541246" cy="834810"/>
          </a:xfrm>
          <a:prstGeom prst="rect">
            <a:avLst/>
          </a:prstGeom>
        </p:spPr>
      </p:pic>
      <p:sp>
        <p:nvSpPr>
          <p:cNvPr id="9" name="Рисунок 16">
            <a:extLst>
              <a:ext uri="{FF2B5EF4-FFF2-40B4-BE49-F238E27FC236}">
                <a16:creationId xmlns:a16="http://schemas.microsoft.com/office/drawing/2014/main" id="{D9829FBB-6D78-BBC0-8338-278A6A1BEC6B}"/>
              </a:ext>
            </a:extLst>
          </p:cNvPr>
          <p:cNvSpPr>
            <a:spLocks noGrp="1"/>
          </p:cNvSpPr>
          <p:nvPr>
            <p:ph type="pic" sz="quarter" idx="13"/>
          </p:nvPr>
        </p:nvSpPr>
        <p:spPr>
          <a:xfrm>
            <a:off x="6311900" y="0"/>
            <a:ext cx="5880100" cy="6858000"/>
          </a:xfrm>
          <a:custGeom>
            <a:avLst/>
            <a:gdLst>
              <a:gd name="connsiteX0" fmla="*/ 0 w 5880100"/>
              <a:gd name="connsiteY0" fmla="*/ 0 h 6858000"/>
              <a:gd name="connsiteX1" fmla="*/ 5880100 w 5880100"/>
              <a:gd name="connsiteY1" fmla="*/ 0 h 6858000"/>
              <a:gd name="connsiteX2" fmla="*/ 5880100 w 5880100"/>
              <a:gd name="connsiteY2" fmla="*/ 6858000 h 6858000"/>
              <a:gd name="connsiteX3" fmla="*/ 0 w 5880100"/>
              <a:gd name="connsiteY3" fmla="*/ 6858000 h 6858000"/>
              <a:gd name="connsiteX4" fmla="*/ 0 w 5880100"/>
              <a:gd name="connsiteY4" fmla="*/ 6128902 h 6858000"/>
              <a:gd name="connsiteX5" fmla="*/ 253 w 5880100"/>
              <a:gd name="connsiteY5" fmla="*/ 6129338 h 6858000"/>
              <a:gd name="connsiteX6" fmla="*/ 494438 w 5880100"/>
              <a:gd name="connsiteY6" fmla="*/ 5277295 h 6858000"/>
              <a:gd name="connsiteX7" fmla="*/ 494438 w 5880100"/>
              <a:gd name="connsiteY7" fmla="*/ 1573769 h 6858000"/>
              <a:gd name="connsiteX8" fmla="*/ 494438 w 5880100"/>
              <a:gd name="connsiteY8" fmla="*/ 1573349 h 6858000"/>
              <a:gd name="connsiteX9" fmla="*/ 494195 w 5880100"/>
              <a:gd name="connsiteY9" fmla="*/ 1573349 h 6858000"/>
              <a:gd name="connsiteX10" fmla="*/ 253 w 5880100"/>
              <a:gd name="connsiteY10" fmla="*/ 721726 h 6858000"/>
              <a:gd name="connsiteX11" fmla="*/ 0 w 5880100"/>
              <a:gd name="connsiteY11" fmla="*/ 72216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80100" h="6858000">
                <a:moveTo>
                  <a:pt x="0" y="0"/>
                </a:moveTo>
                <a:lnTo>
                  <a:pt x="5880100" y="0"/>
                </a:lnTo>
                <a:lnTo>
                  <a:pt x="5880100" y="6858000"/>
                </a:lnTo>
                <a:lnTo>
                  <a:pt x="0" y="6858000"/>
                </a:lnTo>
                <a:lnTo>
                  <a:pt x="0" y="6128902"/>
                </a:lnTo>
                <a:lnTo>
                  <a:pt x="253" y="6129338"/>
                </a:lnTo>
                <a:lnTo>
                  <a:pt x="494438" y="5277295"/>
                </a:lnTo>
                <a:lnTo>
                  <a:pt x="494438" y="1573769"/>
                </a:lnTo>
                <a:lnTo>
                  <a:pt x="494438" y="1573349"/>
                </a:lnTo>
                <a:lnTo>
                  <a:pt x="494195" y="1573349"/>
                </a:lnTo>
                <a:lnTo>
                  <a:pt x="253" y="721726"/>
                </a:lnTo>
                <a:lnTo>
                  <a:pt x="0" y="722162"/>
                </a:lnTo>
                <a:close/>
              </a:path>
            </a:pathLst>
          </a:custGeom>
          <a:solidFill>
            <a:schemeClr val="accent1">
              <a:lumMod val="20000"/>
              <a:lumOff val="80000"/>
            </a:schemeClr>
          </a:solidFill>
        </p:spPr>
        <p:txBody>
          <a:bodyPr wrap="square" lIns="0" tIns="0" rIns="0" bIns="0" anchor="ctr" anchorCtr="0">
            <a:noAutofit/>
          </a:bodyPr>
          <a:lstStyle>
            <a:lvl1pPr algn="ctr">
              <a:defRPr/>
            </a:lvl1pPr>
          </a:lstStyle>
          <a:p>
            <a:r>
              <a:rPr lang="en-US"/>
              <a:t>Click icon to add picture</a:t>
            </a:r>
          </a:p>
        </p:txBody>
      </p:sp>
      <p:sp>
        <p:nvSpPr>
          <p:cNvPr id="11" name="Title 10">
            <a:extLst>
              <a:ext uri="{FF2B5EF4-FFF2-40B4-BE49-F238E27FC236}">
                <a16:creationId xmlns:a16="http://schemas.microsoft.com/office/drawing/2014/main" id="{59CFE8DD-8F38-A0A3-9C1C-0D1C80266B2C}"/>
              </a:ext>
            </a:extLst>
          </p:cNvPr>
          <p:cNvSpPr>
            <a:spLocks noGrp="1"/>
          </p:cNvSpPr>
          <p:nvPr>
            <p:ph type="title"/>
          </p:nvPr>
        </p:nvSpPr>
        <p:spPr>
          <a:xfrm>
            <a:off x="366862" y="342804"/>
            <a:ext cx="5729138" cy="424732"/>
          </a:xfrm>
        </p:spPr>
        <p:txBody>
          <a:bodyPr/>
          <a:lstStyle/>
          <a:p>
            <a:r>
              <a:rPr lang="en-US"/>
              <a:t>Click to edit Master title style</a:t>
            </a:r>
            <a:endParaRPr lang="en-AU"/>
          </a:p>
        </p:txBody>
      </p:sp>
      <p:sp>
        <p:nvSpPr>
          <p:cNvPr id="12" name="Content Placeholder 2">
            <a:extLst>
              <a:ext uri="{FF2B5EF4-FFF2-40B4-BE49-F238E27FC236}">
                <a16:creationId xmlns:a16="http://schemas.microsoft.com/office/drawing/2014/main" id="{83364F19-6284-B66E-C7A8-1C18A765BA2C}"/>
              </a:ext>
            </a:extLst>
          </p:cNvPr>
          <p:cNvSpPr>
            <a:spLocks noGrp="1"/>
          </p:cNvSpPr>
          <p:nvPr>
            <p:ph idx="1"/>
          </p:nvPr>
        </p:nvSpPr>
        <p:spPr>
          <a:xfrm>
            <a:off x="366864" y="949912"/>
            <a:ext cx="5729138" cy="5234072"/>
          </a:xfrm>
          <a:prstGeom prst="rect">
            <a:avLst/>
          </a:prstGeom>
        </p:spPr>
        <p:txBody>
          <a:bodyPr/>
          <a:lstStyle>
            <a:lvl1pPr>
              <a:defRPr sz="1600"/>
            </a:lvl1pPr>
            <a:lvl2pPr>
              <a:defRPr sz="1600"/>
            </a:lvl2pPr>
            <a:lvl3pPr>
              <a:defRPr sz="1401"/>
            </a:lvl3pPr>
            <a:lvl4pPr>
              <a:defRPr sz="1401"/>
            </a:lvl4pPr>
            <a:lvl5pPr>
              <a:defRPr sz="140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16" name="Picture 15">
            <a:extLst>
              <a:ext uri="{FF2B5EF4-FFF2-40B4-BE49-F238E27FC236}">
                <a16:creationId xmlns:a16="http://schemas.microsoft.com/office/drawing/2014/main" id="{A3CF4F31-A3BB-4488-42E7-63B564A6BEA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0189" y="6557254"/>
            <a:ext cx="5555726" cy="288177"/>
          </a:xfrm>
          <a:prstGeom prst="rect">
            <a:avLst/>
          </a:prstGeom>
        </p:spPr>
      </p:pic>
      <p:sp>
        <p:nvSpPr>
          <p:cNvPr id="18" name="Rectangle 17">
            <a:extLst>
              <a:ext uri="{FF2B5EF4-FFF2-40B4-BE49-F238E27FC236}">
                <a16:creationId xmlns:a16="http://schemas.microsoft.com/office/drawing/2014/main" id="{67836A8B-8DBA-2677-D21A-66290D597BDF}"/>
              </a:ext>
            </a:extLst>
          </p:cNvPr>
          <p:cNvSpPr/>
          <p:nvPr userDrawn="1"/>
        </p:nvSpPr>
        <p:spPr>
          <a:xfrm>
            <a:off x="2009776" y="3048002"/>
            <a:ext cx="1933575" cy="1362075"/>
          </a:xfrm>
          <a:prstGeom prst="rect">
            <a:avLst/>
          </a:prstGeom>
          <a:solidFill>
            <a:schemeClr val="bg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29573086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D40D535-DAD8-E549-2FC1-2EDFE3E3065E}"/>
              </a:ext>
            </a:extLst>
          </p:cNvPr>
          <p:cNvSpPr/>
          <p:nvPr userDrawn="1"/>
        </p:nvSpPr>
        <p:spPr>
          <a:xfrm>
            <a:off x="346229" y="6535421"/>
            <a:ext cx="11845771" cy="322581"/>
          </a:xfrm>
          <a:prstGeom prst="rect">
            <a:avLst/>
          </a:prstGeom>
          <a:gradFill flip="none" rotWithShape="1">
            <a:gsLst>
              <a:gs pos="21000">
                <a:schemeClr val="accent6">
                  <a:lumMod val="50000"/>
                </a:schemeClr>
              </a:gs>
              <a:gs pos="0">
                <a:schemeClr val="tx1">
                  <a:lumMod val="75000"/>
                  <a:lumOff val="25000"/>
                </a:schemeClr>
              </a:gs>
              <a:gs pos="50000">
                <a:schemeClr val="accent6">
                  <a:lumMod val="75000"/>
                </a:schemeClr>
              </a:gs>
              <a:gs pos="93000">
                <a:schemeClr val="accent6">
                  <a:lumMod val="20000"/>
                  <a:lumOff val="8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2" name="Title Placeholder 1">
            <a:extLst>
              <a:ext uri="{FF2B5EF4-FFF2-40B4-BE49-F238E27FC236}">
                <a16:creationId xmlns:a16="http://schemas.microsoft.com/office/drawing/2014/main" id="{02F6B6D2-E656-85E2-E171-D89E82CB40A6}"/>
              </a:ext>
            </a:extLst>
          </p:cNvPr>
          <p:cNvSpPr>
            <a:spLocks noGrp="1"/>
          </p:cNvSpPr>
          <p:nvPr>
            <p:ph type="title"/>
          </p:nvPr>
        </p:nvSpPr>
        <p:spPr>
          <a:xfrm>
            <a:off x="346230" y="237738"/>
            <a:ext cx="11469950" cy="424732"/>
          </a:xfrm>
          <a:prstGeom prst="rect">
            <a:avLst/>
          </a:prstGeom>
        </p:spPr>
        <p:txBody>
          <a:bodyPr vert="horz" wrap="square" lIns="91440" tIns="45720" rIns="91440" bIns="45720" rtlCol="0" anchor="ctr">
            <a:spAutoFit/>
          </a:bodyPr>
          <a:lstStyle/>
          <a:p>
            <a:r>
              <a:rPr lang="en-US"/>
              <a:t>Click to edit Master title style</a:t>
            </a:r>
            <a:endParaRPr lang="en-AU" dirty="0"/>
          </a:p>
        </p:txBody>
      </p:sp>
      <p:cxnSp>
        <p:nvCxnSpPr>
          <p:cNvPr id="10" name="Straight Connector 9">
            <a:extLst>
              <a:ext uri="{FF2B5EF4-FFF2-40B4-BE49-F238E27FC236}">
                <a16:creationId xmlns:a16="http://schemas.microsoft.com/office/drawing/2014/main" id="{20D028D6-F7D7-9979-C36F-0F3F90564CBE}"/>
              </a:ext>
            </a:extLst>
          </p:cNvPr>
          <p:cNvCxnSpPr>
            <a:cxnSpLocks/>
          </p:cNvCxnSpPr>
          <p:nvPr userDrawn="1"/>
        </p:nvCxnSpPr>
        <p:spPr>
          <a:xfrm>
            <a:off x="346230" y="727165"/>
            <a:ext cx="11469950" cy="0"/>
          </a:xfrm>
          <a:prstGeom prst="line">
            <a:avLst/>
          </a:prstGeom>
          <a:ln w="38100">
            <a:gradFill flip="none" rotWithShape="1">
              <a:gsLst>
                <a:gs pos="0">
                  <a:schemeClr val="tx1">
                    <a:lumMod val="75000"/>
                    <a:lumOff val="25000"/>
                  </a:schemeClr>
                </a:gs>
                <a:gs pos="20000">
                  <a:schemeClr val="accent6">
                    <a:lumMod val="50000"/>
                  </a:schemeClr>
                </a:gs>
                <a:gs pos="57000">
                  <a:schemeClr val="accent6">
                    <a:lumMod val="75000"/>
                  </a:schemeClr>
                </a:gs>
                <a:gs pos="100000">
                  <a:schemeClr val="accent6">
                    <a:lumMod val="40000"/>
                    <a:lumOff val="60000"/>
                  </a:schemeClr>
                </a:gs>
              </a:gsLst>
              <a:lin ang="0" scaled="1"/>
              <a:tileRect/>
            </a:gradFill>
          </a:ln>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BCF1CAE7-F05B-DE5B-7D77-92757BD139C4}"/>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100683" y="4781911"/>
            <a:ext cx="6186194" cy="729854"/>
          </a:xfrm>
          <a:prstGeom prst="rect">
            <a:avLst/>
          </a:prstGeom>
        </p:spPr>
      </p:pic>
      <p:pic>
        <p:nvPicPr>
          <p:cNvPr id="21" name="Picture 20">
            <a:extLst>
              <a:ext uri="{FF2B5EF4-FFF2-40B4-BE49-F238E27FC236}">
                <a16:creationId xmlns:a16="http://schemas.microsoft.com/office/drawing/2014/main" id="{B3398B5F-26BE-FA22-07B1-8FF70936BE35}"/>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3318137" y="1772675"/>
            <a:ext cx="5555726" cy="3009236"/>
          </a:xfrm>
          <a:prstGeom prst="rect">
            <a:avLst/>
          </a:prstGeom>
        </p:spPr>
      </p:pic>
      <p:sp>
        <p:nvSpPr>
          <p:cNvPr id="22" name="Rectangle 21">
            <a:extLst>
              <a:ext uri="{FF2B5EF4-FFF2-40B4-BE49-F238E27FC236}">
                <a16:creationId xmlns:a16="http://schemas.microsoft.com/office/drawing/2014/main" id="{8ABE9661-CC1B-CC52-76EE-656AF86BE4A1}"/>
              </a:ext>
            </a:extLst>
          </p:cNvPr>
          <p:cNvSpPr/>
          <p:nvPr userDrawn="1"/>
        </p:nvSpPr>
        <p:spPr>
          <a:xfrm>
            <a:off x="2834324" y="1262849"/>
            <a:ext cx="6523349" cy="4356903"/>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TextBox 2">
            <a:extLst>
              <a:ext uri="{FF2B5EF4-FFF2-40B4-BE49-F238E27FC236}">
                <a16:creationId xmlns:a16="http://schemas.microsoft.com/office/drawing/2014/main" id="{8E32CEEC-A0B8-7037-5B4D-2A51256D5892}"/>
              </a:ext>
            </a:extLst>
          </p:cNvPr>
          <p:cNvSpPr txBox="1"/>
          <p:nvPr userDrawn="1"/>
        </p:nvSpPr>
        <p:spPr>
          <a:xfrm>
            <a:off x="0" y="6563868"/>
            <a:ext cx="12192000" cy="254044"/>
          </a:xfrm>
          <a:prstGeom prst="rect">
            <a:avLst/>
          </a:prstGeom>
          <a:noFill/>
        </p:spPr>
        <p:txBody>
          <a:bodyPr wrap="square" rtlCol="0">
            <a:spAutoFit/>
          </a:bodyPr>
          <a:lstStyle/>
          <a:p>
            <a:pPr algn="ctr"/>
            <a:r>
              <a:rPr lang="en-US" sz="1051" b="1" spc="300" dirty="0">
                <a:solidFill>
                  <a:schemeClr val="bg1"/>
                </a:solidFill>
                <a:latin typeface="Montserrat" panose="00000500000000000000" pitchFamily="2" charset="0"/>
              </a:rPr>
              <a:t>UNCOVERING</a:t>
            </a:r>
            <a:r>
              <a:rPr lang="en-US" sz="1051" b="1" spc="300" dirty="0">
                <a:latin typeface="Montserrat" panose="00000500000000000000" pitchFamily="2" charset="0"/>
              </a:rPr>
              <a:t> </a:t>
            </a:r>
            <a:r>
              <a:rPr lang="en-US" sz="1051" b="1" spc="300" dirty="0">
                <a:solidFill>
                  <a:schemeClr val="accent2">
                    <a:lumMod val="60000"/>
                    <a:lumOff val="40000"/>
                  </a:schemeClr>
                </a:solidFill>
                <a:latin typeface="Montserrat" panose="00000500000000000000" pitchFamily="2" charset="0"/>
              </a:rPr>
              <a:t>POTENTIAL,</a:t>
            </a:r>
            <a:r>
              <a:rPr lang="en-US" sz="1051" b="1" spc="300" dirty="0">
                <a:latin typeface="Montserrat" panose="00000500000000000000" pitchFamily="2" charset="0"/>
              </a:rPr>
              <a:t> </a:t>
            </a:r>
            <a:r>
              <a:rPr lang="en-US" sz="1051" b="1" spc="300" dirty="0">
                <a:solidFill>
                  <a:schemeClr val="bg1"/>
                </a:solidFill>
                <a:latin typeface="Montserrat" panose="00000500000000000000" pitchFamily="2" charset="0"/>
              </a:rPr>
              <a:t>DRIVING</a:t>
            </a:r>
            <a:r>
              <a:rPr lang="en-US" sz="1051" b="1" spc="300" dirty="0">
                <a:latin typeface="Montserrat" panose="00000500000000000000" pitchFamily="2" charset="0"/>
              </a:rPr>
              <a:t> </a:t>
            </a:r>
            <a:r>
              <a:rPr lang="en-US" sz="1051" b="1" spc="300" dirty="0">
                <a:solidFill>
                  <a:schemeClr val="accent2">
                    <a:lumMod val="60000"/>
                    <a:lumOff val="40000"/>
                  </a:schemeClr>
                </a:solidFill>
                <a:latin typeface="Montserrat" panose="00000500000000000000" pitchFamily="2" charset="0"/>
              </a:rPr>
              <a:t>PROGRESS</a:t>
            </a:r>
            <a:endParaRPr lang="en-AU" sz="1051" b="1" spc="300" dirty="0">
              <a:solidFill>
                <a:schemeClr val="accent2">
                  <a:lumMod val="60000"/>
                  <a:lumOff val="40000"/>
                </a:schemeClr>
              </a:solidFill>
              <a:latin typeface="Montserrat" panose="00000500000000000000" pitchFamily="2" charset="0"/>
            </a:endParaRPr>
          </a:p>
        </p:txBody>
      </p:sp>
    </p:spTree>
    <p:extLst>
      <p:ext uri="{BB962C8B-B14F-4D97-AF65-F5344CB8AC3E}">
        <p14:creationId xmlns:p14="http://schemas.microsoft.com/office/powerpoint/2010/main" val="2065314214"/>
      </p:ext>
    </p:extLst>
  </p:cSld>
  <p:clrMap bg1="lt1" tx1="dk1" bg2="lt2" tx2="dk2" accent1="accent1" accent2="accent2" accent3="accent3" accent4="accent4" accent5="accent5" accent6="accent6" hlink="hlink" folHlink="folHlink"/>
  <p:sldLayoutIdLst>
    <p:sldLayoutId id="2147483685" r:id="rId1"/>
    <p:sldLayoutId id="2147483684" r:id="rId2"/>
    <p:sldLayoutId id="2147483681" r:id="rId3"/>
    <p:sldLayoutId id="2147483682" r:id="rId4"/>
    <p:sldLayoutId id="2147483683" r:id="rId5"/>
    <p:sldLayoutId id="2147483667" r:id="rId6"/>
  </p:sldLayoutIdLst>
  <p:hf hdr="0" dt="0"/>
  <p:txStyles>
    <p:titleStyle>
      <a:lvl1pPr algn="l" defTabSz="914411" rtl="0" eaLnBrk="1" latinLnBrk="0" hangingPunct="1">
        <a:lnSpc>
          <a:spcPct val="90000"/>
        </a:lnSpc>
        <a:spcBef>
          <a:spcPct val="0"/>
        </a:spcBef>
        <a:buNone/>
        <a:defRPr sz="2400" kern="1200">
          <a:solidFill>
            <a:schemeClr val="tx1"/>
          </a:solidFill>
          <a:latin typeface="Montserrat" panose="00000500000000000000" pitchFamily="2" charset="0"/>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sz="2000" kern="1200">
          <a:solidFill>
            <a:schemeClr val="tx1"/>
          </a:solidFill>
          <a:latin typeface="Montserrat" panose="00000500000000000000" pitchFamily="2" charset="0"/>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ontserrat" panose="00000500000000000000" pitchFamily="2" charset="0"/>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sz="1600" kern="1200">
          <a:solidFill>
            <a:schemeClr val="tx1"/>
          </a:solidFill>
          <a:latin typeface="Montserrat" panose="00000500000000000000" pitchFamily="2" charset="0"/>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sz="1600" kern="1200">
          <a:solidFill>
            <a:schemeClr val="tx1"/>
          </a:solidFill>
          <a:latin typeface="Montserrat" panose="00000500000000000000" pitchFamily="2" charset="0"/>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sz="1600" kern="1200">
          <a:solidFill>
            <a:schemeClr val="tx1"/>
          </a:solidFill>
          <a:latin typeface="Montserrat" panose="00000500000000000000" pitchFamily="2" charset="0"/>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jpg"/><Relationship Id="rId7" Type="http://schemas.openxmlformats.org/officeDocument/2006/relationships/image" Target="../media/image27.png"/><Relationship Id="rId2" Type="http://schemas.openxmlformats.org/officeDocument/2006/relationships/image" Target="../media/image22.jpg"/><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www.dma-msv.com/" TargetMode="External"/><Relationship Id="rId2" Type="http://schemas.openxmlformats.org/officeDocument/2006/relationships/hyperlink" Target="mailto:info@dma-msv.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E0B2E8-2912-A5FF-6E3F-FFB40BAFCC19}"/>
              </a:ext>
            </a:extLst>
          </p:cNvPr>
          <p:cNvSpPr>
            <a:spLocks noGrp="1"/>
          </p:cNvSpPr>
          <p:nvPr>
            <p:ph type="title"/>
          </p:nvPr>
        </p:nvSpPr>
        <p:spPr>
          <a:xfrm>
            <a:off x="5278701" y="-1471388"/>
            <a:ext cx="3645393" cy="452432"/>
          </a:xfrm>
        </p:spPr>
        <p:txBody>
          <a:bodyPr/>
          <a:lstStyle/>
          <a:p>
            <a:endParaRPr lang="en-AU"/>
          </a:p>
        </p:txBody>
      </p:sp>
      <p:sp>
        <p:nvSpPr>
          <p:cNvPr id="6" name="Text Placeholder 5">
            <a:extLst>
              <a:ext uri="{FF2B5EF4-FFF2-40B4-BE49-F238E27FC236}">
                <a16:creationId xmlns:a16="http://schemas.microsoft.com/office/drawing/2014/main" id="{3EA79050-94E9-7556-22CB-99C077163A5D}"/>
              </a:ext>
            </a:extLst>
          </p:cNvPr>
          <p:cNvSpPr>
            <a:spLocks noGrp="1"/>
          </p:cNvSpPr>
          <p:nvPr>
            <p:ph type="body" sz="quarter" idx="11"/>
          </p:nvPr>
        </p:nvSpPr>
        <p:spPr>
          <a:xfrm>
            <a:off x="4289899" y="618963"/>
            <a:ext cx="7130374" cy="2055947"/>
          </a:xfrm>
        </p:spPr>
        <p:txBody>
          <a:bodyPr/>
          <a:lstStyle/>
          <a:p>
            <a:r>
              <a:rPr lang="en-US" sz="3600" b="1" dirty="0">
                <a:solidFill>
                  <a:schemeClr val="bg2">
                    <a:lumMod val="25000"/>
                  </a:schemeClr>
                </a:solidFill>
              </a:rPr>
              <a:t>MINING SERVICES VIETNAM</a:t>
            </a:r>
          </a:p>
          <a:p>
            <a:r>
              <a:rPr lang="en-US" sz="3600" b="1" dirty="0">
                <a:solidFill>
                  <a:schemeClr val="bg2">
                    <a:lumMod val="25000"/>
                  </a:schemeClr>
                </a:solidFill>
              </a:rPr>
              <a:t>COMPANY PROFILE</a:t>
            </a:r>
          </a:p>
          <a:p>
            <a:endParaRPr lang="en-US" sz="1800" b="1" dirty="0">
              <a:solidFill>
                <a:schemeClr val="bg2">
                  <a:lumMod val="25000"/>
                </a:schemeClr>
              </a:solidFill>
            </a:endParaRPr>
          </a:p>
          <a:p>
            <a:r>
              <a:rPr lang="en-US" sz="2400" b="1" dirty="0">
                <a:solidFill>
                  <a:schemeClr val="bg2">
                    <a:lumMod val="25000"/>
                  </a:schemeClr>
                </a:solidFill>
              </a:rPr>
              <a:t>February 2026</a:t>
            </a:r>
            <a:endParaRPr lang="en-AU" sz="2400" b="1" dirty="0">
              <a:solidFill>
                <a:schemeClr val="bg2">
                  <a:lumMod val="25000"/>
                </a:schemeClr>
              </a:solidFill>
            </a:endParaRPr>
          </a:p>
        </p:txBody>
      </p:sp>
    </p:spTree>
    <p:extLst>
      <p:ext uri="{BB962C8B-B14F-4D97-AF65-F5344CB8AC3E}">
        <p14:creationId xmlns:p14="http://schemas.microsoft.com/office/powerpoint/2010/main" val="282119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D20C4-66CA-60D5-E395-37E5AABA373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285EEFB-188E-AAE0-8D57-0B4C1F014525}"/>
              </a:ext>
            </a:extLst>
          </p:cNvPr>
          <p:cNvSpPr>
            <a:spLocks noGrp="1"/>
          </p:cNvSpPr>
          <p:nvPr>
            <p:ph type="title"/>
          </p:nvPr>
        </p:nvSpPr>
        <p:spPr/>
        <p:txBody>
          <a:bodyPr/>
          <a:lstStyle/>
          <a:p>
            <a:r>
              <a:rPr lang="en-US" dirty="0"/>
              <a:t>Company Overview</a:t>
            </a:r>
            <a:endParaRPr lang="en-AU" dirty="0"/>
          </a:p>
        </p:txBody>
      </p:sp>
      <p:sp>
        <p:nvSpPr>
          <p:cNvPr id="5" name="Content Placeholder 4">
            <a:extLst>
              <a:ext uri="{FF2B5EF4-FFF2-40B4-BE49-F238E27FC236}">
                <a16:creationId xmlns:a16="http://schemas.microsoft.com/office/drawing/2014/main" id="{D86A9FCE-29FA-C04E-B8C4-C7862FCAB581}"/>
              </a:ext>
            </a:extLst>
          </p:cNvPr>
          <p:cNvSpPr>
            <a:spLocks noGrp="1"/>
          </p:cNvSpPr>
          <p:nvPr>
            <p:ph idx="1"/>
          </p:nvPr>
        </p:nvSpPr>
        <p:spPr>
          <a:xfrm>
            <a:off x="346230" y="896645"/>
            <a:ext cx="11469950" cy="1457449"/>
          </a:xfrm>
        </p:spPr>
        <p:txBody>
          <a:bodyPr/>
          <a:lstStyle/>
          <a:p>
            <a:pPr marL="0" indent="0" algn="just">
              <a:buNone/>
            </a:pPr>
            <a:r>
              <a:rPr lang="en-AU" sz="1300" b="1" dirty="0"/>
              <a:t>Mining Services Vietnam (MSV) </a:t>
            </a:r>
            <a:r>
              <a:rPr lang="en-AU" sz="1300" dirty="0"/>
              <a:t>is a Vietnam-based mining services company </a:t>
            </a:r>
            <a:r>
              <a:rPr lang="en-AU" sz="1300" b="1" dirty="0"/>
              <a:t>delivering practical, high-quality solutions </a:t>
            </a:r>
            <a:r>
              <a:rPr lang="en-AU" sz="1300" dirty="0"/>
              <a:t>to uncover potential and drive progress for our clients across Southeast Asia.</a:t>
            </a:r>
          </a:p>
          <a:p>
            <a:pPr marL="0" indent="0" algn="just">
              <a:buNone/>
            </a:pPr>
            <a:r>
              <a:rPr lang="en-AU" sz="1300" b="1" dirty="0"/>
              <a:t>Leveraging our strong local presence</a:t>
            </a:r>
            <a:r>
              <a:rPr lang="en-AU" sz="1300" dirty="0"/>
              <a:t>, regional experience, and international technical capability, MSV provides </a:t>
            </a:r>
            <a:r>
              <a:rPr lang="en-AU" sz="1300" b="1" dirty="0"/>
              <a:t>cost-effective,</a:t>
            </a:r>
            <a:r>
              <a:rPr lang="en-AU" sz="1300" dirty="0"/>
              <a:t> practical mining solutions that meet </a:t>
            </a:r>
            <a:r>
              <a:rPr lang="en-AU" sz="1300" b="1" dirty="0"/>
              <a:t>Western technical and safety standards</a:t>
            </a:r>
            <a:r>
              <a:rPr lang="en-AU" sz="1300" dirty="0"/>
              <a:t>, while remaining aligned with local cost structures and operating conditions.</a:t>
            </a:r>
          </a:p>
        </p:txBody>
      </p:sp>
      <p:sp>
        <p:nvSpPr>
          <p:cNvPr id="2" name="Slide Number Placeholder 1">
            <a:extLst>
              <a:ext uri="{FF2B5EF4-FFF2-40B4-BE49-F238E27FC236}">
                <a16:creationId xmlns:a16="http://schemas.microsoft.com/office/drawing/2014/main" id="{82885444-81B4-EAEF-5544-AF2382CE6D3B}"/>
              </a:ext>
            </a:extLst>
          </p:cNvPr>
          <p:cNvSpPr>
            <a:spLocks noGrp="1"/>
          </p:cNvSpPr>
          <p:nvPr>
            <p:ph type="sldNum" sz="quarter" idx="4294967295"/>
          </p:nvPr>
        </p:nvSpPr>
        <p:spPr>
          <a:xfrm>
            <a:off x="1" y="6535738"/>
            <a:ext cx="355600" cy="322261"/>
          </a:xfrm>
          <a:prstGeom prst="rect">
            <a:avLst/>
          </a:prstGeom>
        </p:spPr>
        <p:txBody>
          <a:bodyPr/>
          <a:lstStyle/>
          <a:p>
            <a:pPr algn="ctr"/>
            <a:fld id="{48F58942-C054-464B-9F58-C6B1F5B60348}" type="slidenum">
              <a:rPr lang="en-AU" sz="1200"/>
              <a:pPr algn="ctr"/>
              <a:t>2</a:t>
            </a:fld>
            <a:endParaRPr lang="en-AU" sz="1200" dirty="0"/>
          </a:p>
        </p:txBody>
      </p:sp>
      <p:sp>
        <p:nvSpPr>
          <p:cNvPr id="4" name="Rectangle 3">
            <a:extLst>
              <a:ext uri="{FF2B5EF4-FFF2-40B4-BE49-F238E27FC236}">
                <a16:creationId xmlns:a16="http://schemas.microsoft.com/office/drawing/2014/main" id="{66895FA6-FE3A-8593-C468-DECF47550899}"/>
              </a:ext>
            </a:extLst>
          </p:cNvPr>
          <p:cNvSpPr/>
          <p:nvPr/>
        </p:nvSpPr>
        <p:spPr>
          <a:xfrm>
            <a:off x="346230" y="2188724"/>
            <a:ext cx="11469950" cy="826850"/>
          </a:xfrm>
          <a:prstGeom prst="rect">
            <a:avLst/>
          </a:prstGeom>
          <a:solidFill>
            <a:schemeClr val="accent3">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5141D551-4281-219A-4FA4-FBEE35DCD140}"/>
              </a:ext>
            </a:extLst>
          </p:cNvPr>
          <p:cNvSpPr txBox="1"/>
          <p:nvPr/>
        </p:nvSpPr>
        <p:spPr>
          <a:xfrm>
            <a:off x="741126" y="2364531"/>
            <a:ext cx="10854243" cy="535531"/>
          </a:xfrm>
          <a:prstGeom prst="rect">
            <a:avLst/>
          </a:prstGeom>
          <a:noFill/>
        </p:spPr>
        <p:txBody>
          <a:bodyPr wrap="square">
            <a:spAutoFit/>
          </a:bodyPr>
          <a:lstStyle/>
          <a:p>
            <a:pPr marL="2335213" marR="0" lvl="0" indent="-2335213" algn="l" defTabSz="914411" rtl="0" eaLnBrk="1" fontAlgn="auto" latinLnBrk="0" hangingPunct="1">
              <a:lnSpc>
                <a:spcPct val="90000"/>
              </a:lnSpc>
              <a:spcBef>
                <a:spcPts val="1001"/>
              </a:spcBef>
              <a:spcAft>
                <a:spcPts val="0"/>
              </a:spcAft>
              <a:buClrTx/>
              <a:buSzTx/>
              <a:buFont typeface="Arial" panose="020B0604020202020204" pitchFamily="34" charset="0"/>
              <a:buNone/>
              <a:tabLst/>
              <a:defRPr/>
            </a:pPr>
            <a:r>
              <a:rPr kumimoji="0" lang="en-AU"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Our vision is simple</a:t>
            </a:r>
            <a:r>
              <a:rPr kumimoji="0" lang="en-AU"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AU" sz="1600" b="0" i="1"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to deliver high-standard, cost-effective mining services while protecting the environment and ensuring the safety and wellbeing of people and communities</a:t>
            </a:r>
            <a:r>
              <a:rPr kumimoji="0" lang="en-AU" sz="1200" b="0" i="1"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t>
            </a:r>
            <a:r>
              <a:rPr kumimoji="0" lang="en-AU" sz="12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p>
        </p:txBody>
      </p:sp>
      <p:sp>
        <p:nvSpPr>
          <p:cNvPr id="9" name="TextBox 8">
            <a:extLst>
              <a:ext uri="{FF2B5EF4-FFF2-40B4-BE49-F238E27FC236}">
                <a16:creationId xmlns:a16="http://schemas.microsoft.com/office/drawing/2014/main" id="{EDB98C59-1555-E12C-F302-987ABBED8609}"/>
              </a:ext>
            </a:extLst>
          </p:cNvPr>
          <p:cNvSpPr txBox="1"/>
          <p:nvPr/>
        </p:nvSpPr>
        <p:spPr>
          <a:xfrm>
            <a:off x="319233" y="3211381"/>
            <a:ext cx="11553533" cy="2191369"/>
          </a:xfrm>
          <a:prstGeom prst="rect">
            <a:avLst/>
          </a:prstGeom>
          <a:noFill/>
        </p:spPr>
        <p:txBody>
          <a:bodyPr wrap="square">
            <a:spAutoFit/>
          </a:bodyPr>
          <a:lstStyle/>
          <a:p>
            <a:pPr marL="0" marR="0" lvl="0" indent="0" algn="l" defTabSz="914411" rtl="0" eaLnBrk="1" fontAlgn="auto" latinLnBrk="0" hangingPunct="1">
              <a:lnSpc>
                <a:spcPct val="90000"/>
              </a:lnSpc>
              <a:spcBef>
                <a:spcPts val="1001"/>
              </a:spcBef>
              <a:spcAft>
                <a:spcPts val="0"/>
              </a:spcAft>
              <a:buClrTx/>
              <a:buSzTx/>
              <a:buFont typeface="Arial" panose="020B0604020202020204" pitchFamily="34" charset="0"/>
              <a:buNone/>
              <a:tabLst/>
              <a:defRPr/>
            </a:pPr>
            <a:r>
              <a:rPr kumimoji="0" lang="en-AU" sz="12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MSV offers an integrated suite of mining services, including:</a:t>
            </a:r>
          </a:p>
          <a:p>
            <a:pPr marL="228604" marR="0" lvl="0" indent="-228604" algn="l" defTabSz="914411" rtl="0" eaLnBrk="1" fontAlgn="auto" latinLnBrk="0" hangingPunct="1">
              <a:lnSpc>
                <a:spcPct val="90000"/>
              </a:lnSpc>
              <a:spcBef>
                <a:spcPts val="1001"/>
              </a:spcBef>
              <a:spcAft>
                <a:spcPts val="0"/>
              </a:spcAft>
              <a:buClrTx/>
              <a:buSzTx/>
              <a:buFont typeface="Arial" panose="020B0604020202020204" pitchFamily="34" charset="0"/>
              <a:buChar char="•"/>
              <a:tabLst/>
              <a:defRPr/>
            </a:pPr>
            <a:r>
              <a:rPr kumimoji="0" lang="en-AU" sz="12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Exploration and geological services, from grassroots exploration through geophysics and drilling, including full program design, execution, and reporting</a:t>
            </a:r>
          </a:p>
          <a:p>
            <a:pPr marL="228604" marR="0" lvl="0" indent="-228604" algn="l" defTabSz="914411" rtl="0" eaLnBrk="1" fontAlgn="auto" latinLnBrk="0" hangingPunct="1">
              <a:lnSpc>
                <a:spcPct val="90000"/>
              </a:lnSpc>
              <a:spcBef>
                <a:spcPts val="1001"/>
              </a:spcBef>
              <a:spcAft>
                <a:spcPts val="0"/>
              </a:spcAft>
              <a:buClrTx/>
              <a:buSzTx/>
              <a:buFont typeface="Arial" panose="020B0604020202020204" pitchFamily="34" charset="0"/>
              <a:buChar char="•"/>
              <a:tabLst/>
              <a:defRPr/>
            </a:pPr>
            <a:r>
              <a:rPr kumimoji="0" lang="en-AU" sz="12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Engineering, Procurement and Construction Management (EPCM) services across the project lifecycle</a:t>
            </a:r>
          </a:p>
          <a:p>
            <a:pPr marL="228604" marR="0" lvl="0" indent="-228604" algn="l" defTabSz="914411" rtl="0" eaLnBrk="1" fontAlgn="auto" latinLnBrk="0" hangingPunct="1">
              <a:lnSpc>
                <a:spcPct val="90000"/>
              </a:lnSpc>
              <a:spcBef>
                <a:spcPts val="1001"/>
              </a:spcBef>
              <a:spcAft>
                <a:spcPts val="0"/>
              </a:spcAft>
              <a:buClrTx/>
              <a:buSzTx/>
              <a:buFont typeface="Arial" panose="020B0604020202020204" pitchFamily="34" charset="0"/>
              <a:buChar char="•"/>
              <a:tabLst/>
              <a:defRPr/>
            </a:pPr>
            <a:r>
              <a:rPr kumimoji="0" lang="en-AU" sz="12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Resource and reserve development, compliant with local reporting requirements as well as JORC and NI43-101 standards</a:t>
            </a:r>
          </a:p>
          <a:p>
            <a:pPr marL="228604" marR="0" lvl="0" indent="-228604" algn="l" defTabSz="914411" rtl="0" eaLnBrk="1" fontAlgn="auto" latinLnBrk="0" hangingPunct="1">
              <a:lnSpc>
                <a:spcPct val="90000"/>
              </a:lnSpc>
              <a:spcBef>
                <a:spcPts val="1001"/>
              </a:spcBef>
              <a:spcAft>
                <a:spcPts val="0"/>
              </a:spcAft>
              <a:buClrTx/>
              <a:buSzTx/>
              <a:buFont typeface="Arial" panose="020B0604020202020204" pitchFamily="34" charset="0"/>
              <a:buChar char="•"/>
              <a:tabLst/>
              <a:defRPr/>
            </a:pPr>
            <a:r>
              <a:rPr kumimoji="0" lang="en-AU" sz="12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Engineering services, including mining, civil, and mechanical disciplines</a:t>
            </a:r>
          </a:p>
          <a:p>
            <a:pPr marL="228604" marR="0" lvl="0" indent="-228604" algn="l" defTabSz="914411" rtl="0" eaLnBrk="1" fontAlgn="auto" latinLnBrk="0" hangingPunct="1">
              <a:lnSpc>
                <a:spcPct val="90000"/>
              </a:lnSpc>
              <a:spcBef>
                <a:spcPts val="1001"/>
              </a:spcBef>
              <a:spcAft>
                <a:spcPts val="0"/>
              </a:spcAft>
              <a:buClrTx/>
              <a:buSzTx/>
              <a:buFont typeface="Arial" panose="020B0604020202020204" pitchFamily="34" charset="0"/>
              <a:buChar char="•"/>
              <a:tabLst/>
              <a:defRPr/>
            </a:pPr>
            <a:r>
              <a:rPr kumimoji="0" lang="en-AU" sz="12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Human resources and administrative management, supporting both project and operational teams</a:t>
            </a:r>
          </a:p>
          <a:p>
            <a:pPr marL="228604" marR="0" lvl="0" indent="-228604" algn="l" defTabSz="914411" rtl="0" eaLnBrk="1" fontAlgn="auto" latinLnBrk="0" hangingPunct="1">
              <a:lnSpc>
                <a:spcPct val="90000"/>
              </a:lnSpc>
              <a:spcBef>
                <a:spcPts val="1001"/>
              </a:spcBef>
              <a:spcAft>
                <a:spcPts val="0"/>
              </a:spcAft>
              <a:buClrTx/>
              <a:buSzTx/>
              <a:buFont typeface="Arial" panose="020B0604020202020204" pitchFamily="34" charset="0"/>
              <a:buChar char="•"/>
              <a:tabLst/>
              <a:defRPr/>
            </a:pPr>
            <a:r>
              <a:rPr kumimoji="0" lang="en-AU" sz="12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Operational readiness &amp; operations support, helping establish personnel, operating procedures and systems</a:t>
            </a:r>
            <a:r>
              <a:rPr lang="en-AU" sz="1200" b="1" dirty="0">
                <a:solidFill>
                  <a:prstClr val="black"/>
                </a:solidFill>
                <a:latin typeface="Montserrat" panose="00000500000000000000" pitchFamily="2" charset="0"/>
              </a:rPr>
              <a:t>	</a:t>
            </a:r>
            <a:endParaRPr kumimoji="0" lang="en-AU" sz="12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1" name="Picture 10">
            <a:extLst>
              <a:ext uri="{FF2B5EF4-FFF2-40B4-BE49-F238E27FC236}">
                <a16:creationId xmlns:a16="http://schemas.microsoft.com/office/drawing/2014/main" id="{F493C81D-B24F-6950-9461-9FC675185327}"/>
              </a:ext>
            </a:extLst>
          </p:cNvPr>
          <p:cNvPicPr>
            <a:picLocks noChangeAspect="1"/>
          </p:cNvPicPr>
          <p:nvPr/>
        </p:nvPicPr>
        <p:blipFill>
          <a:blip r:embed="rId2"/>
          <a:stretch>
            <a:fillRect/>
          </a:stretch>
        </p:blipFill>
        <p:spPr>
          <a:xfrm>
            <a:off x="1407694" y="5894807"/>
            <a:ext cx="627546" cy="402368"/>
          </a:xfrm>
          <a:prstGeom prst="rect">
            <a:avLst/>
          </a:prstGeom>
        </p:spPr>
      </p:pic>
      <p:pic>
        <p:nvPicPr>
          <p:cNvPr id="13" name="Picture 12">
            <a:extLst>
              <a:ext uri="{FF2B5EF4-FFF2-40B4-BE49-F238E27FC236}">
                <a16:creationId xmlns:a16="http://schemas.microsoft.com/office/drawing/2014/main" id="{F8CC62A6-BD33-E822-D82A-5D921D710E8F}"/>
              </a:ext>
            </a:extLst>
          </p:cNvPr>
          <p:cNvPicPr>
            <a:picLocks noChangeAspect="1"/>
          </p:cNvPicPr>
          <p:nvPr/>
        </p:nvPicPr>
        <p:blipFill>
          <a:blip r:embed="rId3"/>
          <a:stretch>
            <a:fillRect/>
          </a:stretch>
        </p:blipFill>
        <p:spPr>
          <a:xfrm>
            <a:off x="2306183" y="5894807"/>
            <a:ext cx="627546" cy="399907"/>
          </a:xfrm>
          <a:prstGeom prst="rect">
            <a:avLst/>
          </a:prstGeom>
        </p:spPr>
      </p:pic>
      <p:pic>
        <p:nvPicPr>
          <p:cNvPr id="15" name="Picture 14">
            <a:extLst>
              <a:ext uri="{FF2B5EF4-FFF2-40B4-BE49-F238E27FC236}">
                <a16:creationId xmlns:a16="http://schemas.microsoft.com/office/drawing/2014/main" id="{F78D5F64-E4B6-2C64-E2A2-B2D2CE5D6723}"/>
              </a:ext>
            </a:extLst>
          </p:cNvPr>
          <p:cNvPicPr>
            <a:picLocks noChangeAspect="1"/>
          </p:cNvPicPr>
          <p:nvPr/>
        </p:nvPicPr>
        <p:blipFill>
          <a:blip r:embed="rId4"/>
          <a:stretch>
            <a:fillRect/>
          </a:stretch>
        </p:blipFill>
        <p:spPr>
          <a:xfrm>
            <a:off x="3204672" y="5894807"/>
            <a:ext cx="552363" cy="365919"/>
          </a:xfrm>
          <a:prstGeom prst="rect">
            <a:avLst/>
          </a:prstGeom>
        </p:spPr>
      </p:pic>
      <p:pic>
        <p:nvPicPr>
          <p:cNvPr id="17" name="Picture 16">
            <a:extLst>
              <a:ext uri="{FF2B5EF4-FFF2-40B4-BE49-F238E27FC236}">
                <a16:creationId xmlns:a16="http://schemas.microsoft.com/office/drawing/2014/main" id="{AD4A68F1-3150-D55C-A766-B0C774FA4251}"/>
              </a:ext>
            </a:extLst>
          </p:cNvPr>
          <p:cNvPicPr>
            <a:picLocks noChangeAspect="1"/>
          </p:cNvPicPr>
          <p:nvPr/>
        </p:nvPicPr>
        <p:blipFill>
          <a:blip r:embed="rId5"/>
          <a:stretch>
            <a:fillRect/>
          </a:stretch>
        </p:blipFill>
        <p:spPr>
          <a:xfrm>
            <a:off x="4027978" y="5894807"/>
            <a:ext cx="558133" cy="365919"/>
          </a:xfrm>
          <a:prstGeom prst="rect">
            <a:avLst/>
          </a:prstGeom>
        </p:spPr>
      </p:pic>
      <p:pic>
        <p:nvPicPr>
          <p:cNvPr id="19" name="Picture 18">
            <a:extLst>
              <a:ext uri="{FF2B5EF4-FFF2-40B4-BE49-F238E27FC236}">
                <a16:creationId xmlns:a16="http://schemas.microsoft.com/office/drawing/2014/main" id="{31BE4980-7DC6-A3EA-68E1-523134369AC8}"/>
              </a:ext>
            </a:extLst>
          </p:cNvPr>
          <p:cNvPicPr>
            <a:picLocks noChangeAspect="1"/>
          </p:cNvPicPr>
          <p:nvPr/>
        </p:nvPicPr>
        <p:blipFill>
          <a:blip r:embed="rId6"/>
          <a:srcRect l="1" r="12093"/>
          <a:stretch>
            <a:fillRect/>
          </a:stretch>
        </p:blipFill>
        <p:spPr>
          <a:xfrm>
            <a:off x="4857055" y="5896839"/>
            <a:ext cx="688321" cy="363887"/>
          </a:xfrm>
          <a:prstGeom prst="rect">
            <a:avLst/>
          </a:prstGeom>
        </p:spPr>
      </p:pic>
      <p:pic>
        <p:nvPicPr>
          <p:cNvPr id="21" name="Picture 20">
            <a:extLst>
              <a:ext uri="{FF2B5EF4-FFF2-40B4-BE49-F238E27FC236}">
                <a16:creationId xmlns:a16="http://schemas.microsoft.com/office/drawing/2014/main" id="{585E73E6-1143-48A7-7530-9840750B332F}"/>
              </a:ext>
            </a:extLst>
          </p:cNvPr>
          <p:cNvPicPr>
            <a:picLocks noChangeAspect="1"/>
          </p:cNvPicPr>
          <p:nvPr/>
        </p:nvPicPr>
        <p:blipFill>
          <a:blip r:embed="rId7"/>
          <a:stretch>
            <a:fillRect/>
          </a:stretch>
        </p:blipFill>
        <p:spPr>
          <a:xfrm>
            <a:off x="5816320" y="5896839"/>
            <a:ext cx="729549" cy="363887"/>
          </a:xfrm>
          <a:prstGeom prst="rect">
            <a:avLst/>
          </a:prstGeom>
        </p:spPr>
      </p:pic>
      <p:pic>
        <p:nvPicPr>
          <p:cNvPr id="23" name="Picture 22">
            <a:extLst>
              <a:ext uri="{FF2B5EF4-FFF2-40B4-BE49-F238E27FC236}">
                <a16:creationId xmlns:a16="http://schemas.microsoft.com/office/drawing/2014/main" id="{5AFAAFD2-298B-1C04-0F2C-59495D8AD9D6}"/>
              </a:ext>
            </a:extLst>
          </p:cNvPr>
          <p:cNvPicPr>
            <a:picLocks noChangeAspect="1"/>
          </p:cNvPicPr>
          <p:nvPr/>
        </p:nvPicPr>
        <p:blipFill>
          <a:blip r:embed="rId8"/>
          <a:stretch>
            <a:fillRect/>
          </a:stretch>
        </p:blipFill>
        <p:spPr>
          <a:xfrm>
            <a:off x="8158442" y="5813498"/>
            <a:ext cx="391568" cy="531137"/>
          </a:xfrm>
          <a:prstGeom prst="rect">
            <a:avLst/>
          </a:prstGeom>
        </p:spPr>
      </p:pic>
      <p:pic>
        <p:nvPicPr>
          <p:cNvPr id="27" name="Picture 26">
            <a:extLst>
              <a:ext uri="{FF2B5EF4-FFF2-40B4-BE49-F238E27FC236}">
                <a16:creationId xmlns:a16="http://schemas.microsoft.com/office/drawing/2014/main" id="{4B6814D5-097D-6B79-CE66-54A8BDD85860}"/>
              </a:ext>
            </a:extLst>
          </p:cNvPr>
          <p:cNvPicPr>
            <a:picLocks noChangeAspect="1"/>
          </p:cNvPicPr>
          <p:nvPr/>
        </p:nvPicPr>
        <p:blipFill>
          <a:blip r:embed="rId9"/>
          <a:stretch>
            <a:fillRect/>
          </a:stretch>
        </p:blipFill>
        <p:spPr>
          <a:xfrm>
            <a:off x="8629228" y="5813498"/>
            <a:ext cx="1245222" cy="534735"/>
          </a:xfrm>
          <a:prstGeom prst="rect">
            <a:avLst/>
          </a:prstGeom>
        </p:spPr>
      </p:pic>
      <p:pic>
        <p:nvPicPr>
          <p:cNvPr id="29" name="Picture 28">
            <a:extLst>
              <a:ext uri="{FF2B5EF4-FFF2-40B4-BE49-F238E27FC236}">
                <a16:creationId xmlns:a16="http://schemas.microsoft.com/office/drawing/2014/main" id="{ED89870E-3CCD-C544-90A6-A58A22A1688D}"/>
              </a:ext>
            </a:extLst>
          </p:cNvPr>
          <p:cNvPicPr>
            <a:picLocks noChangeAspect="1"/>
          </p:cNvPicPr>
          <p:nvPr/>
        </p:nvPicPr>
        <p:blipFill>
          <a:blip r:embed="rId10"/>
          <a:stretch>
            <a:fillRect/>
          </a:stretch>
        </p:blipFill>
        <p:spPr>
          <a:xfrm>
            <a:off x="9946783" y="5821965"/>
            <a:ext cx="365869" cy="522670"/>
          </a:xfrm>
          <a:prstGeom prst="rect">
            <a:avLst/>
          </a:prstGeom>
        </p:spPr>
      </p:pic>
      <p:pic>
        <p:nvPicPr>
          <p:cNvPr id="31" name="Picture 30">
            <a:extLst>
              <a:ext uri="{FF2B5EF4-FFF2-40B4-BE49-F238E27FC236}">
                <a16:creationId xmlns:a16="http://schemas.microsoft.com/office/drawing/2014/main" id="{15D66DC2-1C58-AEE1-261F-050F73BE490F}"/>
              </a:ext>
            </a:extLst>
          </p:cNvPr>
          <p:cNvPicPr>
            <a:picLocks noChangeAspect="1"/>
          </p:cNvPicPr>
          <p:nvPr/>
        </p:nvPicPr>
        <p:blipFill>
          <a:blip r:embed="rId11"/>
          <a:stretch>
            <a:fillRect/>
          </a:stretch>
        </p:blipFill>
        <p:spPr>
          <a:xfrm>
            <a:off x="10400487" y="5811189"/>
            <a:ext cx="368002" cy="531137"/>
          </a:xfrm>
          <a:prstGeom prst="rect">
            <a:avLst/>
          </a:prstGeom>
        </p:spPr>
      </p:pic>
      <p:sp>
        <p:nvSpPr>
          <p:cNvPr id="32" name="TextBox 31">
            <a:extLst>
              <a:ext uri="{FF2B5EF4-FFF2-40B4-BE49-F238E27FC236}">
                <a16:creationId xmlns:a16="http://schemas.microsoft.com/office/drawing/2014/main" id="{A99DA3AC-6370-1646-0B25-4A698B77575A}"/>
              </a:ext>
            </a:extLst>
          </p:cNvPr>
          <p:cNvSpPr txBox="1"/>
          <p:nvPr/>
        </p:nvSpPr>
        <p:spPr>
          <a:xfrm>
            <a:off x="3081711" y="5534190"/>
            <a:ext cx="1558440" cy="276999"/>
          </a:xfrm>
          <a:prstGeom prst="rect">
            <a:avLst/>
          </a:prstGeom>
          <a:noFill/>
        </p:spPr>
        <p:txBody>
          <a:bodyPr wrap="none" rtlCol="0">
            <a:spAutoFit/>
          </a:bodyPr>
          <a:lstStyle/>
          <a:p>
            <a:r>
              <a:rPr lang="en-US" sz="1200" b="1" dirty="0">
                <a:latin typeface="Montserrat" pitchFamily="2" charset="0"/>
              </a:rPr>
              <a:t>Our Jurisdictions</a:t>
            </a:r>
            <a:endParaRPr lang="en-AU" sz="1200" b="1" dirty="0">
              <a:latin typeface="Montserrat" pitchFamily="2" charset="0"/>
            </a:endParaRPr>
          </a:p>
        </p:txBody>
      </p:sp>
      <p:sp>
        <p:nvSpPr>
          <p:cNvPr id="33" name="TextBox 32">
            <a:extLst>
              <a:ext uri="{FF2B5EF4-FFF2-40B4-BE49-F238E27FC236}">
                <a16:creationId xmlns:a16="http://schemas.microsoft.com/office/drawing/2014/main" id="{7BF0D638-1BE9-B006-78E5-C513F19133ED}"/>
              </a:ext>
            </a:extLst>
          </p:cNvPr>
          <p:cNvSpPr txBox="1"/>
          <p:nvPr/>
        </p:nvSpPr>
        <p:spPr>
          <a:xfrm>
            <a:off x="8609547" y="5528115"/>
            <a:ext cx="1609736" cy="276999"/>
          </a:xfrm>
          <a:prstGeom prst="rect">
            <a:avLst/>
          </a:prstGeom>
          <a:noFill/>
        </p:spPr>
        <p:txBody>
          <a:bodyPr wrap="none" rtlCol="0">
            <a:spAutoFit/>
          </a:bodyPr>
          <a:lstStyle/>
          <a:p>
            <a:r>
              <a:rPr lang="en-US" sz="1200" b="1" dirty="0">
                <a:latin typeface="Montserrat" pitchFamily="2" charset="0"/>
              </a:rPr>
              <a:t>Our Commodities</a:t>
            </a:r>
            <a:endParaRPr lang="en-AU" sz="1200" b="1" dirty="0">
              <a:latin typeface="Montserrat" pitchFamily="2" charset="0"/>
            </a:endParaRPr>
          </a:p>
        </p:txBody>
      </p:sp>
    </p:spTree>
    <p:extLst>
      <p:ext uri="{BB962C8B-B14F-4D97-AF65-F5344CB8AC3E}">
        <p14:creationId xmlns:p14="http://schemas.microsoft.com/office/powerpoint/2010/main" val="882636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805B25-8CCB-7B05-06AE-F1193AD62CE5}"/>
              </a:ext>
            </a:extLst>
          </p:cNvPr>
          <p:cNvSpPr>
            <a:spLocks noGrp="1"/>
          </p:cNvSpPr>
          <p:nvPr>
            <p:ph type="sldNum" sz="quarter" idx="10"/>
          </p:nvPr>
        </p:nvSpPr>
        <p:spPr/>
        <p:txBody>
          <a:bodyPr/>
          <a:lstStyle/>
          <a:p>
            <a:fld id="{48F58942-C054-464B-9F58-C6B1F5B60348}" type="slidenum">
              <a:rPr lang="en-AU" smtClean="0"/>
              <a:t>3</a:t>
            </a:fld>
            <a:endParaRPr lang="en-AU"/>
          </a:p>
        </p:txBody>
      </p:sp>
      <p:sp>
        <p:nvSpPr>
          <p:cNvPr id="3" name="Title 2">
            <a:extLst>
              <a:ext uri="{FF2B5EF4-FFF2-40B4-BE49-F238E27FC236}">
                <a16:creationId xmlns:a16="http://schemas.microsoft.com/office/drawing/2014/main" id="{7922EC5B-CAB8-F2E4-16B6-28AFA497C880}"/>
              </a:ext>
            </a:extLst>
          </p:cNvPr>
          <p:cNvSpPr>
            <a:spLocks noGrp="1"/>
          </p:cNvSpPr>
          <p:nvPr>
            <p:ph type="title"/>
          </p:nvPr>
        </p:nvSpPr>
        <p:spPr>
          <a:xfrm>
            <a:off x="609601" y="3035349"/>
            <a:ext cx="4810124" cy="812787"/>
          </a:xfrm>
        </p:spPr>
        <p:txBody>
          <a:bodyPr/>
          <a:lstStyle/>
          <a:p>
            <a:r>
              <a:rPr lang="en-US" dirty="0"/>
              <a:t>Leadership &amp; </a:t>
            </a:r>
            <a:br>
              <a:rPr lang="en-US" dirty="0"/>
            </a:br>
            <a:r>
              <a:rPr lang="en-US" dirty="0"/>
              <a:t>Key Personnel</a:t>
            </a:r>
            <a:endParaRPr lang="en-AU" dirty="0"/>
          </a:p>
        </p:txBody>
      </p:sp>
    </p:spTree>
    <p:extLst>
      <p:ext uri="{BB962C8B-B14F-4D97-AF65-F5344CB8AC3E}">
        <p14:creationId xmlns:p14="http://schemas.microsoft.com/office/powerpoint/2010/main" val="1966219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B9E7A60-182C-6506-5B12-06D44767E15C}"/>
              </a:ext>
            </a:extLst>
          </p:cNvPr>
          <p:cNvSpPr>
            <a:spLocks noGrp="1"/>
          </p:cNvSpPr>
          <p:nvPr>
            <p:ph type="title"/>
          </p:nvPr>
        </p:nvSpPr>
        <p:spPr/>
        <p:txBody>
          <a:bodyPr/>
          <a:lstStyle/>
          <a:p>
            <a:r>
              <a:rPr lang="en-US" dirty="0"/>
              <a:t>Leadership &amp; Key Personnel</a:t>
            </a:r>
            <a:endParaRPr lang="en-AU" dirty="0"/>
          </a:p>
        </p:txBody>
      </p:sp>
      <p:graphicFrame>
        <p:nvGraphicFramePr>
          <p:cNvPr id="12" name="Content Placeholder 11">
            <a:extLst>
              <a:ext uri="{FF2B5EF4-FFF2-40B4-BE49-F238E27FC236}">
                <a16:creationId xmlns:a16="http://schemas.microsoft.com/office/drawing/2014/main" id="{AFE285C3-5E52-9B42-EB9C-2870930EC33C}"/>
              </a:ext>
            </a:extLst>
          </p:cNvPr>
          <p:cNvGraphicFramePr>
            <a:graphicFrameLocks noGrp="1"/>
          </p:cNvGraphicFramePr>
          <p:nvPr>
            <p:ph idx="1"/>
            <p:extLst>
              <p:ext uri="{D42A27DB-BD31-4B8C-83A1-F6EECF244321}">
                <p14:modId xmlns:p14="http://schemas.microsoft.com/office/powerpoint/2010/main" val="3203297828"/>
              </p:ext>
            </p:extLst>
          </p:nvPr>
        </p:nvGraphicFramePr>
        <p:xfrm>
          <a:off x="5452545" y="3128013"/>
          <a:ext cx="6243320" cy="795528"/>
        </p:xfrm>
        <a:graphic>
          <a:graphicData uri="http://schemas.openxmlformats.org/drawingml/2006/table">
            <a:tbl>
              <a:tblPr firstRow="1" firstCol="1" bandRow="1"/>
              <a:tblGrid>
                <a:gridCol w="2607310">
                  <a:extLst>
                    <a:ext uri="{9D8B030D-6E8A-4147-A177-3AD203B41FA5}">
                      <a16:colId xmlns:a16="http://schemas.microsoft.com/office/drawing/2014/main" val="3538972567"/>
                    </a:ext>
                  </a:extLst>
                </a:gridCol>
                <a:gridCol w="579120">
                  <a:extLst>
                    <a:ext uri="{9D8B030D-6E8A-4147-A177-3AD203B41FA5}">
                      <a16:colId xmlns:a16="http://schemas.microsoft.com/office/drawing/2014/main" val="2969740717"/>
                    </a:ext>
                  </a:extLst>
                </a:gridCol>
                <a:gridCol w="3056890">
                  <a:extLst>
                    <a:ext uri="{9D8B030D-6E8A-4147-A177-3AD203B41FA5}">
                      <a16:colId xmlns:a16="http://schemas.microsoft.com/office/drawing/2014/main" val="3497551810"/>
                    </a:ext>
                  </a:extLst>
                </a:gridCol>
              </a:tblGrid>
              <a:tr h="0">
                <a:tc>
                  <a:txBody>
                    <a:bodyPr/>
                    <a:lstStyle/>
                    <a:p>
                      <a:pPr>
                        <a:lnSpc>
                          <a:spcPct val="115000"/>
                        </a:lnSpc>
                        <a:spcAft>
                          <a:spcPts val="800"/>
                        </a:spcAft>
                        <a:buNone/>
                      </a:pPr>
                      <a:r>
                        <a:rPr lang="en-US" sz="1050" b="1" kern="100">
                          <a:effectLst/>
                          <a:latin typeface="Montserrat" pitchFamily="2" charset="0"/>
                          <a:ea typeface="Aptos" panose="020B0004020202020204" pitchFamily="34" charset="0"/>
                          <a:cs typeface="Times New Roman" panose="02020603050405020304" pitchFamily="18" charset="0"/>
                        </a:rPr>
                        <a:t>Board of Directors</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200" b="1" kern="100">
                          <a:effectLst/>
                          <a:latin typeface="Montserrat" pitchFamily="2" charset="0"/>
                          <a:ea typeface="Aptos" panose="020B0004020202020204" pitchFamily="34" charset="0"/>
                          <a:cs typeface="Times New Roman" panose="02020603050405020304" pitchFamily="18" charset="0"/>
                        </a:rPr>
                        <a:t> </a:t>
                      </a:r>
                      <a:endParaRPr lang="en-AU"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200" b="1" kern="100">
                          <a:effectLst/>
                          <a:latin typeface="Montserrat" pitchFamily="2" charset="0"/>
                          <a:ea typeface="Aptos" panose="020B0004020202020204" pitchFamily="34" charset="0"/>
                          <a:cs typeface="Times New Roman" panose="02020603050405020304" pitchFamily="18" charset="0"/>
                        </a:rPr>
                        <a:t>Advisory Board</a:t>
                      </a:r>
                      <a:endParaRPr lang="en-AU"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5793804"/>
                  </a:ext>
                </a:extLst>
              </a:tr>
              <a:tr h="57934">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Lon Taranaki – General Director</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200" kern="100">
                          <a:effectLst/>
                          <a:latin typeface="Montserrat" pitchFamily="2" charset="0"/>
                          <a:ea typeface="Aptos" panose="020B0004020202020204" pitchFamily="34" charset="0"/>
                          <a:cs typeface="Times New Roman" panose="02020603050405020304" pitchFamily="18" charset="0"/>
                        </a:rPr>
                        <a:t> </a:t>
                      </a:r>
                      <a:endParaRPr lang="en-AU"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200" kern="100">
                          <a:effectLst/>
                          <a:latin typeface="Montserrat" pitchFamily="2" charset="0"/>
                          <a:ea typeface="Aptos" panose="020B0004020202020204" pitchFamily="34" charset="0"/>
                          <a:cs typeface="Times New Roman" panose="02020603050405020304" pitchFamily="18" charset="0"/>
                        </a:rPr>
                        <a:t>Dr. Chris Swindells</a:t>
                      </a:r>
                      <a:endParaRPr lang="en-AU"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2169991"/>
                  </a:ext>
                </a:extLst>
              </a:tr>
              <a:tr h="0">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Hai Nguyen Ngoc – Director</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200" kern="100">
                          <a:effectLst/>
                          <a:latin typeface="Montserrat" pitchFamily="2" charset="0"/>
                          <a:ea typeface="Aptos" panose="020B0004020202020204" pitchFamily="34" charset="0"/>
                          <a:cs typeface="Times New Roman" panose="02020603050405020304" pitchFamily="18" charset="0"/>
                        </a:rPr>
                        <a:t> </a:t>
                      </a:r>
                      <a:endParaRPr lang="en-AU"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200" kern="100">
                          <a:effectLst/>
                          <a:latin typeface="Montserrat" pitchFamily="2" charset="0"/>
                          <a:ea typeface="Aptos" panose="020B0004020202020204" pitchFamily="34" charset="0"/>
                          <a:cs typeface="Times New Roman" panose="02020603050405020304" pitchFamily="18" charset="0"/>
                        </a:rPr>
                        <a:t>Jeremy Ayre</a:t>
                      </a:r>
                      <a:endParaRPr lang="en-AU"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4792288"/>
                  </a:ext>
                </a:extLst>
              </a:tr>
              <a:tr h="0">
                <a:tc>
                  <a:txBody>
                    <a:bodyPr/>
                    <a:lstStyle/>
                    <a:p>
                      <a:pPr>
                        <a:lnSpc>
                          <a:spcPct val="115000"/>
                        </a:lnSpc>
                        <a:spcAft>
                          <a:spcPts val="800"/>
                        </a:spcAft>
                        <a:buNone/>
                      </a:pPr>
                      <a:r>
                        <a:rPr lang="en-US" sz="1050" kern="100" dirty="0">
                          <a:effectLst/>
                          <a:latin typeface="Montserrat" pitchFamily="2" charset="0"/>
                          <a:ea typeface="Aptos" panose="020B0004020202020204" pitchFamily="34" charset="0"/>
                          <a:cs typeface="Times New Roman" panose="02020603050405020304" pitchFamily="18" charset="0"/>
                        </a:rPr>
                        <a:t>Thanh Nguyen Van – Director</a:t>
                      </a:r>
                      <a:endParaRPr lang="en-AU" sz="105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200" kern="100">
                          <a:effectLst/>
                          <a:latin typeface="Montserrat" pitchFamily="2" charset="0"/>
                          <a:ea typeface="Aptos" panose="020B0004020202020204" pitchFamily="34" charset="0"/>
                          <a:cs typeface="Times New Roman" panose="02020603050405020304" pitchFamily="18" charset="0"/>
                        </a:rPr>
                        <a:t> </a:t>
                      </a:r>
                      <a:endParaRPr lang="en-AU"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nSpc>
                          <a:spcPct val="115000"/>
                        </a:lnSpc>
                        <a:spcAft>
                          <a:spcPts val="800"/>
                        </a:spcAft>
                        <a:buNone/>
                      </a:pPr>
                      <a:r>
                        <a:rPr lang="en-US" sz="1200" kern="100" dirty="0">
                          <a:effectLst/>
                          <a:latin typeface="Montserrat" pitchFamily="2" charset="0"/>
                          <a:ea typeface="Aptos" panose="020B0004020202020204" pitchFamily="34" charset="0"/>
                          <a:cs typeface="Times New Roman" panose="02020603050405020304" pitchFamily="18" charset="0"/>
                        </a:rPr>
                        <a:t> </a:t>
                      </a:r>
                      <a:endParaRPr lang="en-AU"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80949813"/>
                  </a:ext>
                </a:extLst>
              </a:tr>
            </a:tbl>
          </a:graphicData>
        </a:graphic>
      </p:graphicFrame>
      <p:sp>
        <p:nvSpPr>
          <p:cNvPr id="7" name="Slide Number Placeholder 1">
            <a:extLst>
              <a:ext uri="{FF2B5EF4-FFF2-40B4-BE49-F238E27FC236}">
                <a16:creationId xmlns:a16="http://schemas.microsoft.com/office/drawing/2014/main" id="{9532FF1B-E4F5-3E61-C30F-BCC9B661FF19}"/>
              </a:ext>
            </a:extLst>
          </p:cNvPr>
          <p:cNvSpPr txBox="1">
            <a:spLocks/>
          </p:cNvSpPr>
          <p:nvPr/>
        </p:nvSpPr>
        <p:spPr>
          <a:xfrm>
            <a:off x="1" y="6535738"/>
            <a:ext cx="355600" cy="32226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58942-C054-464B-9F58-C6B1F5B60348}" type="slidenum">
              <a:rPr lang="en-AU" sz="1200"/>
              <a:pPr algn="ctr"/>
              <a:t>4</a:t>
            </a:fld>
            <a:endParaRPr lang="en-AU" sz="1200" dirty="0"/>
          </a:p>
        </p:txBody>
      </p:sp>
      <p:graphicFrame>
        <p:nvGraphicFramePr>
          <p:cNvPr id="13" name="Table 12">
            <a:extLst>
              <a:ext uri="{FF2B5EF4-FFF2-40B4-BE49-F238E27FC236}">
                <a16:creationId xmlns:a16="http://schemas.microsoft.com/office/drawing/2014/main" id="{2EF450AE-EA34-96AD-7D7E-FDB3ED62DB6D}"/>
              </a:ext>
            </a:extLst>
          </p:cNvPr>
          <p:cNvGraphicFramePr>
            <a:graphicFrameLocks noGrp="1"/>
          </p:cNvGraphicFramePr>
          <p:nvPr>
            <p:extLst>
              <p:ext uri="{D42A27DB-BD31-4B8C-83A1-F6EECF244321}">
                <p14:modId xmlns:p14="http://schemas.microsoft.com/office/powerpoint/2010/main" val="624318031"/>
              </p:ext>
            </p:extLst>
          </p:nvPr>
        </p:nvGraphicFramePr>
        <p:xfrm>
          <a:off x="5452545" y="4255239"/>
          <a:ext cx="6243320" cy="1218819"/>
        </p:xfrm>
        <a:graphic>
          <a:graphicData uri="http://schemas.openxmlformats.org/drawingml/2006/table">
            <a:tbl>
              <a:tblPr firstRow="1" firstCol="1" bandRow="1"/>
              <a:tblGrid>
                <a:gridCol w="2607310">
                  <a:extLst>
                    <a:ext uri="{9D8B030D-6E8A-4147-A177-3AD203B41FA5}">
                      <a16:colId xmlns:a16="http://schemas.microsoft.com/office/drawing/2014/main" val="2973025231"/>
                    </a:ext>
                  </a:extLst>
                </a:gridCol>
                <a:gridCol w="579120">
                  <a:extLst>
                    <a:ext uri="{9D8B030D-6E8A-4147-A177-3AD203B41FA5}">
                      <a16:colId xmlns:a16="http://schemas.microsoft.com/office/drawing/2014/main" val="2555999383"/>
                    </a:ext>
                  </a:extLst>
                </a:gridCol>
                <a:gridCol w="3056890">
                  <a:extLst>
                    <a:ext uri="{9D8B030D-6E8A-4147-A177-3AD203B41FA5}">
                      <a16:colId xmlns:a16="http://schemas.microsoft.com/office/drawing/2014/main" val="2555519370"/>
                    </a:ext>
                  </a:extLst>
                </a:gridCol>
              </a:tblGrid>
              <a:tr h="0">
                <a:tc>
                  <a:txBody>
                    <a:bodyPr/>
                    <a:lstStyle/>
                    <a:p>
                      <a:pPr>
                        <a:lnSpc>
                          <a:spcPct val="115000"/>
                        </a:lnSpc>
                        <a:spcAft>
                          <a:spcPts val="800"/>
                        </a:spcAft>
                        <a:buNone/>
                      </a:pPr>
                      <a:r>
                        <a:rPr lang="en-US" sz="1050" b="1" kern="100" dirty="0">
                          <a:effectLst/>
                          <a:latin typeface="Montserrat" pitchFamily="2" charset="0"/>
                          <a:ea typeface="Aptos" panose="020B0004020202020204" pitchFamily="34" charset="0"/>
                          <a:cs typeface="Times New Roman" panose="02020603050405020304" pitchFamily="18" charset="0"/>
                        </a:rPr>
                        <a:t>Executive Management Team</a:t>
                      </a:r>
                      <a:endParaRPr lang="en-AU" sz="105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50" b="1" kern="100">
                          <a:effectLst/>
                          <a:latin typeface="Montserrat" pitchFamily="2" charset="0"/>
                          <a:ea typeface="Aptos" panose="020B0004020202020204" pitchFamily="34" charset="0"/>
                          <a:cs typeface="Times New Roman" panose="02020603050405020304" pitchFamily="18" charset="0"/>
                        </a:rPr>
                        <a:t> </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50" b="1" kern="100">
                          <a:effectLst/>
                          <a:latin typeface="Montserrat" pitchFamily="2" charset="0"/>
                          <a:ea typeface="Aptos" panose="020B0004020202020204" pitchFamily="34" charset="0"/>
                          <a:cs typeface="Times New Roman" panose="02020603050405020304" pitchFamily="18" charset="0"/>
                        </a:rPr>
                        <a:t>Senior Technical Advisors</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9251513"/>
                  </a:ext>
                </a:extLst>
              </a:tr>
              <a:tr h="0">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Lon Taranaki</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50" kern="100" dirty="0">
                          <a:effectLst/>
                          <a:latin typeface="Montserrat" pitchFamily="2" charset="0"/>
                          <a:ea typeface="Aptos" panose="020B0004020202020204" pitchFamily="34" charset="0"/>
                          <a:cs typeface="Times New Roman" panose="02020603050405020304" pitchFamily="18" charset="0"/>
                        </a:rPr>
                        <a:t> </a:t>
                      </a:r>
                      <a:endParaRPr lang="en-AU" sz="105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Will Coverdale - JORC &amp; NI43-101 Reserves</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5108166"/>
                  </a:ext>
                </a:extLst>
              </a:tr>
              <a:tr h="0">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Hai Nguyen Ngoc</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 </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Chris Ramsay - JORC &amp; NI43-101 Resources</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0196801"/>
                  </a:ext>
                </a:extLst>
              </a:tr>
              <a:tr h="0">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Thanh Nguyen Van</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 </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Dr Minh Ding Huu - Geology</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4417023"/>
                  </a:ext>
                </a:extLst>
              </a:tr>
              <a:tr h="0">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Hoan Le Thi Ngoc</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50" kern="100" dirty="0">
                          <a:effectLst/>
                          <a:latin typeface="Montserrat" pitchFamily="2" charset="0"/>
                          <a:ea typeface="Aptos" panose="020B0004020202020204" pitchFamily="34" charset="0"/>
                          <a:cs typeface="Times New Roman" panose="02020603050405020304" pitchFamily="18" charset="0"/>
                        </a:rPr>
                        <a:t> </a:t>
                      </a:r>
                      <a:endParaRPr lang="en-AU" sz="105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Hung Tran Huu - EHS &amp; Sustainability</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7089070"/>
                  </a:ext>
                </a:extLst>
              </a:tr>
              <a:tr h="0">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Hung Nguyen Phuc</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 </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 </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641417441"/>
                  </a:ext>
                </a:extLst>
              </a:tr>
              <a:tr h="0">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Tien Dinh Van</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50" kern="100">
                          <a:effectLst/>
                          <a:latin typeface="Montserrat" pitchFamily="2" charset="0"/>
                          <a:ea typeface="Aptos" panose="020B0004020202020204" pitchFamily="34" charset="0"/>
                          <a:cs typeface="Times New Roman" panose="02020603050405020304" pitchFamily="18" charset="0"/>
                        </a:rPr>
                        <a:t> </a:t>
                      </a:r>
                      <a:endParaRPr lang="en-AU" sz="105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nSpc>
                          <a:spcPct val="115000"/>
                        </a:lnSpc>
                        <a:spcAft>
                          <a:spcPts val="800"/>
                        </a:spcAft>
                        <a:buNone/>
                      </a:pPr>
                      <a:r>
                        <a:rPr lang="en-US" sz="1050" kern="100" dirty="0">
                          <a:effectLst/>
                          <a:latin typeface="Montserrat" pitchFamily="2" charset="0"/>
                          <a:ea typeface="Aptos" panose="020B0004020202020204" pitchFamily="34" charset="0"/>
                          <a:cs typeface="Times New Roman" panose="02020603050405020304" pitchFamily="18" charset="0"/>
                        </a:rPr>
                        <a:t> </a:t>
                      </a:r>
                      <a:endParaRPr lang="en-AU" sz="105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1161904773"/>
                  </a:ext>
                </a:extLst>
              </a:tr>
            </a:tbl>
          </a:graphicData>
        </a:graphic>
      </p:graphicFrame>
      <p:sp>
        <p:nvSpPr>
          <p:cNvPr id="14" name="Rectangle 5">
            <a:extLst>
              <a:ext uri="{FF2B5EF4-FFF2-40B4-BE49-F238E27FC236}">
                <a16:creationId xmlns:a16="http://schemas.microsoft.com/office/drawing/2014/main" id="{33BE1367-1328-406A-9BB8-8E82EDD7476F}"/>
              </a:ext>
            </a:extLst>
          </p:cNvPr>
          <p:cNvSpPr>
            <a:spLocks noChangeArrowheads="1"/>
          </p:cNvSpPr>
          <p:nvPr/>
        </p:nvSpPr>
        <p:spPr bwMode="auto">
          <a:xfrm>
            <a:off x="346230" y="935698"/>
            <a:ext cx="11469950" cy="1492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MSV has established a </a:t>
            </a:r>
            <a:r>
              <a:rPr kumimoji="0" lang="en-US" altLang="en-US" sz="1300" b="1"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strong local technical and management team</a:t>
            </a:r>
            <a:r>
              <a:rPr kumimoji="0" lang="en-US" altLang="en-US" sz="1300" b="0"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 supported by experienced and highly respected mining professionals. The company is guided by an </a:t>
            </a:r>
            <a:r>
              <a:rPr kumimoji="0" lang="en-US" altLang="en-US" sz="1300" b="1"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Advisory Board </a:t>
            </a:r>
            <a:r>
              <a:rPr kumimoji="0" lang="en-US" altLang="en-US" sz="1300" b="0"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of accomplished industry leaders, </a:t>
            </a:r>
            <a:r>
              <a:rPr kumimoji="0" lang="en-US" altLang="en-US" sz="1300" b="1"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providing strategic oversight and independent advice</a:t>
            </a:r>
            <a:r>
              <a:rPr kumimoji="0" lang="en-US" altLang="en-US" sz="1300" b="0"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a:t>
            </a:r>
            <a:endParaRPr kumimoji="0" lang="en-AU" altLang="en-US" sz="1300" b="0" i="0" u="none" strike="noStrike" cap="none" normalizeH="0" baseline="0" dirty="0">
              <a:ln>
                <a:noFill/>
              </a:ln>
              <a:solidFill>
                <a:schemeClr val="tx1"/>
              </a:solidFill>
              <a:effectLst/>
              <a:latin typeface="Montserrat" pitchFamily="2"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In support of the executive management team, MSV has also engaged a group of </a:t>
            </a:r>
            <a:r>
              <a:rPr kumimoji="0" lang="en-US" altLang="en-US" sz="1300" b="1"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Senior Technical Advisors </a:t>
            </a:r>
            <a:r>
              <a:rPr kumimoji="0" lang="en-US" altLang="en-US" sz="1300" b="0"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who provide </a:t>
            </a:r>
            <a:r>
              <a:rPr kumimoji="0" lang="en-US" altLang="en-US" sz="1300" b="1"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JORC and NI 43-101 sign-off capability</a:t>
            </a:r>
            <a:r>
              <a:rPr kumimoji="0" lang="en-US" altLang="en-US" sz="1300" b="0"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 along with specialist expertise across </a:t>
            </a:r>
            <a:r>
              <a:rPr kumimoji="0" lang="en-US" altLang="en-US" sz="1300" b="1"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environmental, health, safety and sustainability </a:t>
            </a:r>
            <a:r>
              <a:rPr kumimoji="0" lang="en-US" altLang="en-US" sz="1300" b="0"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(EHS&amp;S) and </a:t>
            </a:r>
            <a:r>
              <a:rPr kumimoji="0" lang="en-US" altLang="en-US" sz="1300" b="1"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geological disciplines</a:t>
            </a:r>
            <a:r>
              <a:rPr kumimoji="0" lang="en-US" altLang="en-US" sz="1300" b="0" i="0" u="none" strike="noStrike" cap="none" normalizeH="0" baseline="0" dirty="0">
                <a:ln>
                  <a:noFill/>
                </a:ln>
                <a:solidFill>
                  <a:schemeClr val="tx1"/>
                </a:solidFill>
                <a:effectLst/>
                <a:latin typeface="Montserrat" pitchFamily="2" charset="0"/>
                <a:ea typeface="Aptos" panose="020B0004020202020204" pitchFamily="34" charset="0"/>
                <a:cs typeface="Times New Roman" panose="02020603050405020304" pitchFamily="18" charset="0"/>
              </a:rPr>
              <a:t>, ensuring robust governance, technical assurance, and compliance with international standards.</a:t>
            </a:r>
            <a:endParaRPr kumimoji="0" lang="en-AU" altLang="en-US" sz="1300" b="0" i="0" u="none" strike="noStrike" cap="none" normalizeH="0" baseline="0" dirty="0">
              <a:ln>
                <a:noFill/>
              </a:ln>
              <a:solidFill>
                <a:schemeClr val="tx1"/>
              </a:solidFill>
              <a:effectLst/>
              <a:latin typeface="Montserrat" pitchFamily="2" charset="0"/>
            </a:endParaRPr>
          </a:p>
        </p:txBody>
      </p:sp>
      <p:grpSp>
        <p:nvGrpSpPr>
          <p:cNvPr id="11" name="Group 10">
            <a:extLst>
              <a:ext uri="{FF2B5EF4-FFF2-40B4-BE49-F238E27FC236}">
                <a16:creationId xmlns:a16="http://schemas.microsoft.com/office/drawing/2014/main" id="{0265C4AE-525B-F600-87E1-B8C0565EA230}"/>
              </a:ext>
            </a:extLst>
          </p:cNvPr>
          <p:cNvGrpSpPr/>
          <p:nvPr/>
        </p:nvGrpSpPr>
        <p:grpSpPr>
          <a:xfrm>
            <a:off x="496135" y="3040010"/>
            <a:ext cx="4467751" cy="2959740"/>
            <a:chOff x="496135" y="2381158"/>
            <a:chExt cx="5301466" cy="3512049"/>
          </a:xfrm>
        </p:grpSpPr>
        <p:sp>
          <p:nvSpPr>
            <p:cNvPr id="2" name="Rectangle 1">
              <a:extLst>
                <a:ext uri="{FF2B5EF4-FFF2-40B4-BE49-F238E27FC236}">
                  <a16:creationId xmlns:a16="http://schemas.microsoft.com/office/drawing/2014/main" id="{6B64AB73-60A3-5D34-532C-FDE1EC81A9CD}"/>
                </a:ext>
              </a:extLst>
            </p:cNvPr>
            <p:cNvSpPr/>
            <p:nvPr/>
          </p:nvSpPr>
          <p:spPr>
            <a:xfrm>
              <a:off x="496136" y="2381158"/>
              <a:ext cx="2178121" cy="1078786"/>
            </a:xfrm>
            <a:prstGeom prst="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MSV </a:t>
              </a:r>
            </a:p>
            <a:p>
              <a:pPr algn="ctr"/>
              <a:r>
                <a:rPr lang="en-US" sz="1400" dirty="0">
                  <a:solidFill>
                    <a:schemeClr val="tx1"/>
                  </a:solidFill>
                </a:rPr>
                <a:t>Board of Directors</a:t>
              </a:r>
              <a:endParaRPr lang="en-AU" sz="1400" dirty="0">
                <a:solidFill>
                  <a:schemeClr val="tx1"/>
                </a:solidFill>
              </a:endParaRPr>
            </a:p>
          </p:txBody>
        </p:sp>
        <p:sp>
          <p:nvSpPr>
            <p:cNvPr id="3" name="Rectangle 2">
              <a:extLst>
                <a:ext uri="{FF2B5EF4-FFF2-40B4-BE49-F238E27FC236}">
                  <a16:creationId xmlns:a16="http://schemas.microsoft.com/office/drawing/2014/main" id="{1238D6AD-6DB0-D06A-12DF-35E73C72167A}"/>
                </a:ext>
              </a:extLst>
            </p:cNvPr>
            <p:cNvSpPr/>
            <p:nvPr/>
          </p:nvSpPr>
          <p:spPr>
            <a:xfrm>
              <a:off x="3917430" y="2566093"/>
              <a:ext cx="1880171" cy="708916"/>
            </a:xfrm>
            <a:prstGeom prst="rect">
              <a:avLst/>
            </a:prstGeom>
            <a:solidFill>
              <a:schemeClr val="bg2">
                <a:lumMod val="2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Advisory Board</a:t>
              </a:r>
              <a:endParaRPr lang="en-AU" sz="1400" dirty="0"/>
            </a:p>
          </p:txBody>
        </p:sp>
        <p:sp>
          <p:nvSpPr>
            <p:cNvPr id="4" name="Rectangle 3">
              <a:extLst>
                <a:ext uri="{FF2B5EF4-FFF2-40B4-BE49-F238E27FC236}">
                  <a16:creationId xmlns:a16="http://schemas.microsoft.com/office/drawing/2014/main" id="{818B3BF3-F388-87B9-AC8A-F4CF0DE3CA24}"/>
                </a:ext>
              </a:extLst>
            </p:cNvPr>
            <p:cNvSpPr/>
            <p:nvPr/>
          </p:nvSpPr>
          <p:spPr>
            <a:xfrm>
              <a:off x="496135" y="4814421"/>
              <a:ext cx="2178121" cy="1078786"/>
            </a:xfrm>
            <a:prstGeom prst="rect">
              <a:avLst/>
            </a:prstGeom>
            <a:solidFill>
              <a:schemeClr val="accent6">
                <a:lumMod val="40000"/>
                <a:lumOff val="60000"/>
              </a:schemeClr>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MSV</a:t>
              </a:r>
            </a:p>
            <a:p>
              <a:pPr algn="ctr"/>
              <a:r>
                <a:rPr lang="en-US" sz="1400" dirty="0">
                  <a:solidFill>
                    <a:schemeClr val="tx1"/>
                  </a:solidFill>
                </a:rPr>
                <a:t>Executive Management</a:t>
              </a:r>
              <a:endParaRPr lang="en-AU" sz="1400" dirty="0">
                <a:solidFill>
                  <a:schemeClr val="tx1"/>
                </a:solidFill>
              </a:endParaRPr>
            </a:p>
          </p:txBody>
        </p:sp>
        <p:sp>
          <p:nvSpPr>
            <p:cNvPr id="5" name="Rectangle 4">
              <a:extLst>
                <a:ext uri="{FF2B5EF4-FFF2-40B4-BE49-F238E27FC236}">
                  <a16:creationId xmlns:a16="http://schemas.microsoft.com/office/drawing/2014/main" id="{D2C05AB7-9BA9-7534-53A4-E1341E54A52C}"/>
                </a:ext>
              </a:extLst>
            </p:cNvPr>
            <p:cNvSpPr/>
            <p:nvPr/>
          </p:nvSpPr>
          <p:spPr>
            <a:xfrm>
              <a:off x="3917429" y="3807554"/>
              <a:ext cx="1880171" cy="708916"/>
            </a:xfrm>
            <a:prstGeom prst="rect">
              <a:avLst/>
            </a:prstGeom>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Senior Technical Advisors</a:t>
              </a:r>
              <a:endParaRPr lang="en-AU" sz="1400" dirty="0"/>
            </a:p>
          </p:txBody>
        </p:sp>
        <p:cxnSp>
          <p:nvCxnSpPr>
            <p:cNvPr id="6" name="Straight Arrow Connector 5">
              <a:extLst>
                <a:ext uri="{FF2B5EF4-FFF2-40B4-BE49-F238E27FC236}">
                  <a16:creationId xmlns:a16="http://schemas.microsoft.com/office/drawing/2014/main" id="{C2F4DA15-A2E8-E1BE-C54A-F8EF084D5D00}"/>
                </a:ext>
              </a:extLst>
            </p:cNvPr>
            <p:cNvCxnSpPr>
              <a:stCxn id="2" idx="2"/>
              <a:endCxn id="4" idx="0"/>
            </p:cNvCxnSpPr>
            <p:nvPr/>
          </p:nvCxnSpPr>
          <p:spPr>
            <a:xfrm flipH="1">
              <a:off x="1585196" y="3459944"/>
              <a:ext cx="1" cy="13544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BF7A5E93-B80D-9D59-59C2-13266E4E7342}"/>
                </a:ext>
              </a:extLst>
            </p:cNvPr>
            <p:cNvCxnSpPr>
              <a:stCxn id="3" idx="1"/>
              <a:endCxn id="2" idx="3"/>
            </p:cNvCxnSpPr>
            <p:nvPr/>
          </p:nvCxnSpPr>
          <p:spPr>
            <a:xfrm flipH="1">
              <a:off x="2674257" y="2920551"/>
              <a:ext cx="124317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7C5E6BE-2C6C-E888-0010-3A60CBDB0575}"/>
                </a:ext>
              </a:extLst>
            </p:cNvPr>
            <p:cNvCxnSpPr>
              <a:stCxn id="5" idx="1"/>
            </p:cNvCxnSpPr>
            <p:nvPr/>
          </p:nvCxnSpPr>
          <p:spPr>
            <a:xfrm flipH="1">
              <a:off x="1585195" y="4162012"/>
              <a:ext cx="233223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118449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DBA79-8E3D-C326-D773-A000CC0FE7D5}"/>
              </a:ext>
            </a:extLst>
          </p:cNvPr>
          <p:cNvSpPr>
            <a:spLocks noGrp="1"/>
          </p:cNvSpPr>
          <p:nvPr>
            <p:ph type="title"/>
          </p:nvPr>
        </p:nvSpPr>
        <p:spPr/>
        <p:txBody>
          <a:bodyPr/>
          <a:lstStyle/>
          <a:p>
            <a:r>
              <a:rPr lang="en-US" dirty="0"/>
              <a:t>Leadership &amp; Key Personnel Bio’s</a:t>
            </a:r>
            <a:endParaRPr lang="en-AU" dirty="0"/>
          </a:p>
        </p:txBody>
      </p:sp>
      <p:graphicFrame>
        <p:nvGraphicFramePr>
          <p:cNvPr id="6" name="Table 5">
            <a:extLst>
              <a:ext uri="{FF2B5EF4-FFF2-40B4-BE49-F238E27FC236}">
                <a16:creationId xmlns:a16="http://schemas.microsoft.com/office/drawing/2014/main" id="{A5D08484-5A0B-8DCB-9FFB-4CE0E8370485}"/>
              </a:ext>
            </a:extLst>
          </p:cNvPr>
          <p:cNvGraphicFramePr>
            <a:graphicFrameLocks noGrp="1"/>
          </p:cNvGraphicFramePr>
          <p:nvPr>
            <p:extLst>
              <p:ext uri="{D42A27DB-BD31-4B8C-83A1-F6EECF244321}">
                <p14:modId xmlns:p14="http://schemas.microsoft.com/office/powerpoint/2010/main" val="1515885613"/>
              </p:ext>
            </p:extLst>
          </p:nvPr>
        </p:nvGraphicFramePr>
        <p:xfrm>
          <a:off x="384969" y="1134515"/>
          <a:ext cx="11469950" cy="2103120"/>
        </p:xfrm>
        <a:graphic>
          <a:graphicData uri="http://schemas.openxmlformats.org/drawingml/2006/table">
            <a:tbl>
              <a:tblPr firstRow="1" bandRow="1">
                <a:tableStyleId>{5940675A-B579-460E-94D1-54222C63F5DA}</a:tableStyleId>
              </a:tblPr>
              <a:tblGrid>
                <a:gridCol w="550340">
                  <a:extLst>
                    <a:ext uri="{9D8B030D-6E8A-4147-A177-3AD203B41FA5}">
                      <a16:colId xmlns:a16="http://schemas.microsoft.com/office/drawing/2014/main" val="3750470440"/>
                    </a:ext>
                  </a:extLst>
                </a:gridCol>
                <a:gridCol w="10919610">
                  <a:extLst>
                    <a:ext uri="{9D8B030D-6E8A-4147-A177-3AD203B41FA5}">
                      <a16:colId xmlns:a16="http://schemas.microsoft.com/office/drawing/2014/main" val="4086094851"/>
                    </a:ext>
                  </a:extLst>
                </a:gridCol>
              </a:tblGrid>
              <a:tr h="370840">
                <a:tc>
                  <a:txBody>
                    <a:bodyPr/>
                    <a:lstStyle/>
                    <a:p>
                      <a:endParaRPr lang="en-AU" sz="1000">
                        <a:latin typeface="Montserrat" pitchFamily="2"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b="1" kern="1200" dirty="0">
                          <a:solidFill>
                            <a:schemeClr val="tx1"/>
                          </a:solidFill>
                          <a:effectLst/>
                          <a:latin typeface="Montserrat" pitchFamily="2" charset="0"/>
                          <a:ea typeface="+mn-ea"/>
                          <a:cs typeface="+mn-cs"/>
                        </a:rPr>
                        <a:t>Lon Taranaki - General Director</a:t>
                      </a:r>
                      <a:endParaRPr lang="en-AU" sz="1000" kern="1200" dirty="0">
                        <a:solidFill>
                          <a:schemeClr val="tx1"/>
                        </a:solidFill>
                        <a:effectLst/>
                        <a:latin typeface="Montserrat" pitchFamily="2" charset="0"/>
                        <a:ea typeface="+mn-ea"/>
                        <a:cs typeface="+mn-cs"/>
                      </a:endParaRPr>
                    </a:p>
                    <a:p>
                      <a:pPr algn="just"/>
                      <a:r>
                        <a:rPr lang="en-AU" sz="1000" kern="1200" dirty="0">
                          <a:solidFill>
                            <a:schemeClr val="tx1"/>
                          </a:solidFill>
                          <a:effectLst/>
                          <a:latin typeface="Montserrat" pitchFamily="2" charset="0"/>
                          <a:ea typeface="+mn-ea"/>
                          <a:cs typeface="+mn-cs"/>
                        </a:rPr>
                        <a:t>Process Engineer with over 31 years’ mining experience across multiple jurisdictions. Strong background in executive leadership, engineering, mining operations, and project delivery, with a Southeast Asia focus across coal, nickel, gold, and copper.</a:t>
                      </a:r>
                    </a:p>
                    <a:p>
                      <a:pPr algn="just"/>
                      <a:endParaRPr lang="en-AU" sz="1000" kern="1200" dirty="0">
                        <a:solidFill>
                          <a:schemeClr val="tx1"/>
                        </a:solidFill>
                        <a:effectLst/>
                        <a:latin typeface="Montserrat" pitchFamily="2" charset="0"/>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861812"/>
                  </a:ext>
                </a:extLst>
              </a:tr>
              <a:tr h="370840">
                <a:tc>
                  <a:txBody>
                    <a:bodyPr/>
                    <a:lstStyle/>
                    <a:p>
                      <a:endParaRPr lang="en-AU" sz="1000" dirty="0">
                        <a:latin typeface="Montserrat" pitchFamily="2"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Aft>
                          <a:spcPts val="0"/>
                        </a:spcAft>
                        <a:buNone/>
                      </a:pPr>
                      <a:r>
                        <a:rPr lang="en-US" sz="1000" b="1" kern="100" dirty="0">
                          <a:effectLst/>
                          <a:latin typeface="Montserrat" pitchFamily="2" charset="0"/>
                          <a:ea typeface="Aptos" panose="020B0004020202020204" pitchFamily="34" charset="0"/>
                          <a:cs typeface="Times New Roman" panose="02020603050405020304" pitchFamily="18" charset="0"/>
                        </a:rPr>
                        <a:t>Hai Nguyen Ngoc – Director &amp; Geology Lead</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0000"/>
                        </a:lnSpc>
                        <a:spcAft>
                          <a:spcPts val="0"/>
                        </a:spcAft>
                        <a:buNone/>
                      </a:pPr>
                      <a:r>
                        <a:rPr lang="en-AU" sz="1000" kern="1200" dirty="0">
                          <a:solidFill>
                            <a:schemeClr val="tx1"/>
                          </a:solidFill>
                          <a:effectLst/>
                          <a:latin typeface="Montserrat" pitchFamily="2" charset="0"/>
                          <a:ea typeface="+mn-ea"/>
                          <a:cs typeface="+mn-cs"/>
                        </a:rPr>
                        <a:t>Geologist with a Master of Science in Geology and over 20 years’ experience across exploration and mine geology management. Strong technical capability with proficiency in industry-standard geological software, extensive experience designing and managing EM, DHEM, and 3D IP programs, and a deep understanding of Vietnamese reserve reporting requirements and JORC standards.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57863474"/>
                  </a:ext>
                </a:extLst>
              </a:tr>
              <a:tr h="370840">
                <a:tc>
                  <a:txBody>
                    <a:bodyPr/>
                    <a:lstStyle/>
                    <a:p>
                      <a:endParaRPr lang="en-AU" sz="1000">
                        <a:latin typeface="Montserrat" pitchFamily="2"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Aft>
                          <a:spcPts val="0"/>
                        </a:spcAft>
                        <a:buNone/>
                      </a:pPr>
                      <a:r>
                        <a:rPr lang="en-US" sz="1000" b="1" kern="100" dirty="0">
                          <a:effectLst/>
                          <a:latin typeface="Montserrat" pitchFamily="2" charset="0"/>
                          <a:ea typeface="Aptos" panose="020B0004020202020204" pitchFamily="34" charset="0"/>
                          <a:cs typeface="Times New Roman" panose="02020603050405020304" pitchFamily="18" charset="0"/>
                        </a:rPr>
                        <a:t>Thanh Nguyen Van – Director &amp; Mining Lead</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0000"/>
                        </a:lnSpc>
                        <a:spcAft>
                          <a:spcPts val="0"/>
                        </a:spcAft>
                        <a:buNone/>
                      </a:pPr>
                      <a:r>
                        <a:rPr lang="en-AU" sz="1000" kern="100" dirty="0">
                          <a:effectLst/>
                          <a:latin typeface="Montserrat" pitchFamily="2" charset="0"/>
                          <a:ea typeface="Aptos" panose="020B0004020202020204" pitchFamily="34" charset="0"/>
                          <a:cs typeface="Times New Roman" panose="02020603050405020304" pitchFamily="18" charset="0"/>
                        </a:rPr>
                        <a:t>Mining Engineer with 13 years of hands-on experience across open pit and underground operations in Vietnam, Laos, and Cambodia. Strong technical capability supported by proficiency across industry-standard mining software and extensive experience in permitting and licensing mining projects in Vietnam.</a:t>
                      </a:r>
                    </a:p>
                    <a:p>
                      <a:pPr algn="just">
                        <a:lnSpc>
                          <a:spcPct val="100000"/>
                        </a:lnSpc>
                        <a:spcAft>
                          <a:spcPts val="0"/>
                        </a:spcAft>
                        <a:buNone/>
                      </a:pPr>
                      <a:endParaRPr lang="en-AU" sz="1000" dirty="0">
                        <a:latin typeface="Montserrat" pitchFamily="2"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18761884"/>
                  </a:ext>
                </a:extLst>
              </a:tr>
            </a:tbl>
          </a:graphicData>
        </a:graphic>
      </p:graphicFrame>
      <p:graphicFrame>
        <p:nvGraphicFramePr>
          <p:cNvPr id="7" name="Table 6">
            <a:extLst>
              <a:ext uri="{FF2B5EF4-FFF2-40B4-BE49-F238E27FC236}">
                <a16:creationId xmlns:a16="http://schemas.microsoft.com/office/drawing/2014/main" id="{00F9E5F0-579E-4107-4344-65B92E25AECD}"/>
              </a:ext>
            </a:extLst>
          </p:cNvPr>
          <p:cNvGraphicFramePr>
            <a:graphicFrameLocks noGrp="1"/>
          </p:cNvGraphicFramePr>
          <p:nvPr>
            <p:extLst>
              <p:ext uri="{D42A27DB-BD31-4B8C-83A1-F6EECF244321}">
                <p14:modId xmlns:p14="http://schemas.microsoft.com/office/powerpoint/2010/main" val="1867787891"/>
              </p:ext>
            </p:extLst>
          </p:nvPr>
        </p:nvGraphicFramePr>
        <p:xfrm>
          <a:off x="384969" y="4043276"/>
          <a:ext cx="11469950" cy="1402080"/>
        </p:xfrm>
        <a:graphic>
          <a:graphicData uri="http://schemas.openxmlformats.org/drawingml/2006/table">
            <a:tbl>
              <a:tblPr firstRow="1" bandRow="1">
                <a:tableStyleId>{5940675A-B579-460E-94D1-54222C63F5DA}</a:tableStyleId>
              </a:tblPr>
              <a:tblGrid>
                <a:gridCol w="550340">
                  <a:extLst>
                    <a:ext uri="{9D8B030D-6E8A-4147-A177-3AD203B41FA5}">
                      <a16:colId xmlns:a16="http://schemas.microsoft.com/office/drawing/2014/main" val="3750470440"/>
                    </a:ext>
                  </a:extLst>
                </a:gridCol>
                <a:gridCol w="10919610">
                  <a:extLst>
                    <a:ext uri="{9D8B030D-6E8A-4147-A177-3AD203B41FA5}">
                      <a16:colId xmlns:a16="http://schemas.microsoft.com/office/drawing/2014/main" val="4086094851"/>
                    </a:ext>
                  </a:extLst>
                </a:gridCol>
              </a:tblGrid>
              <a:tr h="370840">
                <a:tc>
                  <a:txBody>
                    <a:bodyPr/>
                    <a:lstStyle/>
                    <a:p>
                      <a:endParaRPr lang="en-AU" sz="1000">
                        <a:latin typeface="Montserrat" pitchFamily="2"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nSpc>
                          <a:spcPct val="100000"/>
                        </a:lnSpc>
                        <a:spcAft>
                          <a:spcPts val="0"/>
                        </a:spcAft>
                        <a:buNone/>
                      </a:pPr>
                      <a:r>
                        <a:rPr lang="en-US" sz="1000" b="1" kern="100" dirty="0">
                          <a:effectLst/>
                          <a:latin typeface="Montserrat" pitchFamily="2" charset="0"/>
                          <a:ea typeface="Aptos" panose="020B0004020202020204" pitchFamily="34" charset="0"/>
                          <a:cs typeface="Times New Roman" panose="02020603050405020304" pitchFamily="18" charset="0"/>
                        </a:rPr>
                        <a:t>Dr. Chris Swindells – Advisory Board</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0000"/>
                        </a:lnSpc>
                        <a:spcAft>
                          <a:spcPts val="0"/>
                        </a:spcAft>
                        <a:buNone/>
                      </a:pPr>
                      <a:r>
                        <a:rPr lang="en-AU" sz="1000" kern="100" dirty="0">
                          <a:effectLst/>
                          <a:latin typeface="Montserrat" pitchFamily="2" charset="0"/>
                          <a:ea typeface="Aptos" panose="020B0004020202020204" pitchFamily="34" charset="0"/>
                          <a:cs typeface="Times New Roman" panose="02020603050405020304" pitchFamily="18" charset="0"/>
                        </a:rPr>
                        <a:t>Senior engineering and environmental professional with over 45 years’ experience leading technical teams across the mining and infrastructure sectors. Former senior executive at Golder Associates, where he held multiple leadership roles across Australia, Asia and Africa for over 32 years, including leading the Mining Services team in EMEA and APAC and globally.</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861812"/>
                  </a:ext>
                </a:extLst>
              </a:tr>
              <a:tr h="370840">
                <a:tc>
                  <a:txBody>
                    <a:bodyPr/>
                    <a:lstStyle/>
                    <a:p>
                      <a:endParaRPr lang="en-AU" sz="1000">
                        <a:latin typeface="Montserrat" pitchFamily="2"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sz="1000" b="1" kern="1200" dirty="0">
                          <a:solidFill>
                            <a:schemeClr val="tx1"/>
                          </a:solidFill>
                          <a:effectLst/>
                          <a:latin typeface="Montserrat" pitchFamily="2" charset="0"/>
                          <a:ea typeface="+mn-ea"/>
                          <a:cs typeface="+mn-cs"/>
                        </a:rPr>
                        <a:t>Jeremy Ayre – Advisory Board</a:t>
                      </a:r>
                      <a:endParaRPr lang="en-AU" sz="1000" kern="1200" dirty="0">
                        <a:solidFill>
                          <a:schemeClr val="tx1"/>
                        </a:solidFill>
                        <a:effectLst/>
                        <a:latin typeface="Montserrat" pitchFamily="2" charset="0"/>
                        <a:ea typeface="+mn-ea"/>
                        <a:cs typeface="+mn-cs"/>
                      </a:endParaRPr>
                    </a:p>
                    <a:p>
                      <a:r>
                        <a:rPr lang="en-US" sz="1000" kern="1200" dirty="0">
                          <a:solidFill>
                            <a:schemeClr val="tx1"/>
                          </a:solidFill>
                          <a:effectLst/>
                          <a:latin typeface="Montserrat" pitchFamily="2" charset="0"/>
                          <a:ea typeface="+mn-ea"/>
                          <a:cs typeface="+mn-cs"/>
                        </a:rPr>
                        <a:t>Mining, consulting, investment, and entrepreneurial professional with over 35 years’ experience. Founder of AWR Lloyd, a boutique advisory firm servicing the mining sector, and an entrepreneur with a track record of founding investment funds and a renewable energy business.</a:t>
                      </a:r>
                    </a:p>
                    <a:p>
                      <a:endParaRPr lang="en-AU" sz="1000" kern="1200" dirty="0">
                        <a:solidFill>
                          <a:schemeClr val="tx1"/>
                        </a:solidFill>
                        <a:effectLst/>
                        <a:latin typeface="Montserrat" pitchFamily="2"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7863474"/>
                  </a:ext>
                </a:extLst>
              </a:tr>
            </a:tbl>
          </a:graphicData>
        </a:graphic>
      </p:graphicFrame>
      <p:sp>
        <p:nvSpPr>
          <p:cNvPr id="8" name="TextBox 7">
            <a:extLst>
              <a:ext uri="{FF2B5EF4-FFF2-40B4-BE49-F238E27FC236}">
                <a16:creationId xmlns:a16="http://schemas.microsoft.com/office/drawing/2014/main" id="{4A185DB7-5925-AE0F-F3CB-A6793BED3888}"/>
              </a:ext>
            </a:extLst>
          </p:cNvPr>
          <p:cNvSpPr txBox="1"/>
          <p:nvPr/>
        </p:nvSpPr>
        <p:spPr>
          <a:xfrm>
            <a:off x="346230" y="841221"/>
            <a:ext cx="1683474" cy="276999"/>
          </a:xfrm>
          <a:prstGeom prst="rect">
            <a:avLst/>
          </a:prstGeom>
          <a:noFill/>
        </p:spPr>
        <p:txBody>
          <a:bodyPr wrap="none" rtlCol="0">
            <a:spAutoFit/>
          </a:bodyPr>
          <a:lstStyle/>
          <a:p>
            <a:r>
              <a:rPr lang="en-US" sz="1200" b="1" dirty="0">
                <a:latin typeface="Montserrat" pitchFamily="2" charset="0"/>
              </a:rPr>
              <a:t>Board Of Directors</a:t>
            </a:r>
            <a:endParaRPr lang="en-AU" sz="1200" b="1" dirty="0">
              <a:latin typeface="Montserrat" pitchFamily="2" charset="0"/>
            </a:endParaRPr>
          </a:p>
        </p:txBody>
      </p:sp>
      <p:sp>
        <p:nvSpPr>
          <p:cNvPr id="9" name="TextBox 8">
            <a:extLst>
              <a:ext uri="{FF2B5EF4-FFF2-40B4-BE49-F238E27FC236}">
                <a16:creationId xmlns:a16="http://schemas.microsoft.com/office/drawing/2014/main" id="{BB1B140F-AD1B-AEC0-0026-1E0968544692}"/>
              </a:ext>
            </a:extLst>
          </p:cNvPr>
          <p:cNvSpPr txBox="1"/>
          <p:nvPr/>
        </p:nvSpPr>
        <p:spPr>
          <a:xfrm>
            <a:off x="346230" y="3759669"/>
            <a:ext cx="1410964" cy="276999"/>
          </a:xfrm>
          <a:prstGeom prst="rect">
            <a:avLst/>
          </a:prstGeom>
          <a:noFill/>
        </p:spPr>
        <p:txBody>
          <a:bodyPr wrap="none" rtlCol="0">
            <a:spAutoFit/>
          </a:bodyPr>
          <a:lstStyle/>
          <a:p>
            <a:r>
              <a:rPr lang="en-US" sz="1200" b="1" dirty="0">
                <a:latin typeface="Montserrat" pitchFamily="2" charset="0"/>
              </a:rPr>
              <a:t>Advisory Board</a:t>
            </a:r>
            <a:endParaRPr lang="en-AU" sz="1200" b="1" dirty="0">
              <a:latin typeface="Montserrat" pitchFamily="2" charset="0"/>
            </a:endParaRPr>
          </a:p>
        </p:txBody>
      </p:sp>
      <p:pic>
        <p:nvPicPr>
          <p:cNvPr id="12" name="Picture 11">
            <a:extLst>
              <a:ext uri="{FF2B5EF4-FFF2-40B4-BE49-F238E27FC236}">
                <a16:creationId xmlns:a16="http://schemas.microsoft.com/office/drawing/2014/main" id="{1F585A37-7F8C-DDFB-FBE8-C9E21604910D}"/>
              </a:ext>
            </a:extLst>
          </p:cNvPr>
          <p:cNvPicPr>
            <a:picLocks noChangeAspect="1"/>
          </p:cNvPicPr>
          <p:nvPr/>
        </p:nvPicPr>
        <p:blipFill>
          <a:blip r:embed="rId2">
            <a:extLst>
              <a:ext uri="{28A0092B-C50C-407E-A947-70E740481C1C}">
                <a14:useLocalDpi xmlns:a14="http://schemas.microsoft.com/office/drawing/2010/main" val="0"/>
              </a:ext>
            </a:extLst>
          </a:blip>
          <a:srcRect l="15067" r="10822" b="16538"/>
          <a:stretch>
            <a:fillRect/>
          </a:stretch>
        </p:blipFill>
        <p:spPr>
          <a:xfrm>
            <a:off x="384969" y="2537733"/>
            <a:ext cx="550723" cy="706829"/>
          </a:xfrm>
          <a:prstGeom prst="rect">
            <a:avLst/>
          </a:prstGeom>
        </p:spPr>
      </p:pic>
      <p:pic>
        <p:nvPicPr>
          <p:cNvPr id="14" name="Picture 13">
            <a:extLst>
              <a:ext uri="{FF2B5EF4-FFF2-40B4-BE49-F238E27FC236}">
                <a16:creationId xmlns:a16="http://schemas.microsoft.com/office/drawing/2014/main" id="{D726C493-7EBF-7D35-794B-C4DCFBFE86AC}"/>
              </a:ext>
            </a:extLst>
          </p:cNvPr>
          <p:cNvPicPr>
            <a:picLocks noChangeAspect="1"/>
          </p:cNvPicPr>
          <p:nvPr/>
        </p:nvPicPr>
        <p:blipFill>
          <a:blip r:embed="rId3">
            <a:extLst>
              <a:ext uri="{28A0092B-C50C-407E-A947-70E740481C1C}">
                <a14:useLocalDpi xmlns:a14="http://schemas.microsoft.com/office/drawing/2010/main" val="0"/>
              </a:ext>
            </a:extLst>
          </a:blip>
          <a:srcRect b="13838"/>
          <a:stretch>
            <a:fillRect/>
          </a:stretch>
        </p:blipFill>
        <p:spPr>
          <a:xfrm>
            <a:off x="396473" y="4050204"/>
            <a:ext cx="537094" cy="694160"/>
          </a:xfrm>
          <a:prstGeom prst="rect">
            <a:avLst/>
          </a:prstGeom>
        </p:spPr>
      </p:pic>
      <p:pic>
        <p:nvPicPr>
          <p:cNvPr id="16" name="Picture 15">
            <a:extLst>
              <a:ext uri="{FF2B5EF4-FFF2-40B4-BE49-F238E27FC236}">
                <a16:creationId xmlns:a16="http://schemas.microsoft.com/office/drawing/2014/main" id="{6D31AFAF-DE6B-D0C5-86FD-05A8502222A6}"/>
              </a:ext>
            </a:extLst>
          </p:cNvPr>
          <p:cNvPicPr>
            <a:picLocks noChangeAspect="1"/>
          </p:cNvPicPr>
          <p:nvPr/>
        </p:nvPicPr>
        <p:blipFill>
          <a:blip r:embed="rId4">
            <a:extLst>
              <a:ext uri="{28A0092B-C50C-407E-A947-70E740481C1C}">
                <a14:useLocalDpi xmlns:a14="http://schemas.microsoft.com/office/drawing/2010/main" val="0"/>
              </a:ext>
            </a:extLst>
          </a:blip>
          <a:srcRect b="11100"/>
          <a:stretch>
            <a:fillRect/>
          </a:stretch>
        </p:blipFill>
        <p:spPr>
          <a:xfrm>
            <a:off x="396473" y="1139017"/>
            <a:ext cx="523229" cy="697724"/>
          </a:xfrm>
          <a:prstGeom prst="rect">
            <a:avLst/>
          </a:prstGeom>
        </p:spPr>
      </p:pic>
      <p:pic>
        <p:nvPicPr>
          <p:cNvPr id="18" name="Picture 17">
            <a:extLst>
              <a:ext uri="{FF2B5EF4-FFF2-40B4-BE49-F238E27FC236}">
                <a16:creationId xmlns:a16="http://schemas.microsoft.com/office/drawing/2014/main" id="{C9F1D501-F941-BD07-3DAF-EF8A1D8AD39D}"/>
              </a:ext>
            </a:extLst>
          </p:cNvPr>
          <p:cNvPicPr>
            <a:picLocks noChangeAspect="1"/>
          </p:cNvPicPr>
          <p:nvPr/>
        </p:nvPicPr>
        <p:blipFill>
          <a:blip r:embed="rId5">
            <a:extLst>
              <a:ext uri="{28A0092B-C50C-407E-A947-70E740481C1C}">
                <a14:useLocalDpi xmlns:a14="http://schemas.microsoft.com/office/drawing/2010/main" val="0"/>
              </a:ext>
            </a:extLst>
          </a:blip>
          <a:srcRect b="14157"/>
          <a:stretch>
            <a:fillRect/>
          </a:stretch>
        </p:blipFill>
        <p:spPr>
          <a:xfrm>
            <a:off x="384969" y="4756813"/>
            <a:ext cx="534733" cy="688543"/>
          </a:xfrm>
          <a:prstGeom prst="rect">
            <a:avLst/>
          </a:prstGeom>
        </p:spPr>
      </p:pic>
      <p:pic>
        <p:nvPicPr>
          <p:cNvPr id="20" name="Picture 19">
            <a:extLst>
              <a:ext uri="{FF2B5EF4-FFF2-40B4-BE49-F238E27FC236}">
                <a16:creationId xmlns:a16="http://schemas.microsoft.com/office/drawing/2014/main" id="{6F31FE6B-9242-4EAB-BFC8-167C23F4B85F}"/>
              </a:ext>
            </a:extLst>
          </p:cNvPr>
          <p:cNvPicPr>
            <a:picLocks noChangeAspect="1"/>
          </p:cNvPicPr>
          <p:nvPr/>
        </p:nvPicPr>
        <p:blipFill>
          <a:blip r:embed="rId6">
            <a:extLst>
              <a:ext uri="{28A0092B-C50C-407E-A947-70E740481C1C}">
                <a14:useLocalDpi xmlns:a14="http://schemas.microsoft.com/office/drawing/2010/main" val="0"/>
              </a:ext>
            </a:extLst>
          </a:blip>
          <a:srcRect b="14367"/>
          <a:stretch>
            <a:fillRect/>
          </a:stretch>
        </p:blipFill>
        <p:spPr>
          <a:xfrm>
            <a:off x="396474" y="1840915"/>
            <a:ext cx="537094" cy="689891"/>
          </a:xfrm>
          <a:prstGeom prst="rect">
            <a:avLst/>
          </a:prstGeom>
        </p:spPr>
      </p:pic>
      <p:sp>
        <p:nvSpPr>
          <p:cNvPr id="21" name="Slide Number Placeholder 1">
            <a:extLst>
              <a:ext uri="{FF2B5EF4-FFF2-40B4-BE49-F238E27FC236}">
                <a16:creationId xmlns:a16="http://schemas.microsoft.com/office/drawing/2014/main" id="{C3CE36CF-07A5-81C6-A5BC-2DA4D1F9CB93}"/>
              </a:ext>
            </a:extLst>
          </p:cNvPr>
          <p:cNvSpPr txBox="1">
            <a:spLocks/>
          </p:cNvSpPr>
          <p:nvPr/>
        </p:nvSpPr>
        <p:spPr>
          <a:xfrm>
            <a:off x="1" y="6535738"/>
            <a:ext cx="355600" cy="32226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58942-C054-464B-9F58-C6B1F5B60348}" type="slidenum">
              <a:rPr lang="en-AU" sz="1200"/>
              <a:pPr algn="ctr"/>
              <a:t>5</a:t>
            </a:fld>
            <a:endParaRPr lang="en-AU" sz="1200" dirty="0"/>
          </a:p>
        </p:txBody>
      </p:sp>
    </p:spTree>
    <p:extLst>
      <p:ext uri="{BB962C8B-B14F-4D97-AF65-F5344CB8AC3E}">
        <p14:creationId xmlns:p14="http://schemas.microsoft.com/office/powerpoint/2010/main" val="3800599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3ED1F-DE52-8BA0-D866-6F7F6B5D2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10122-8BB5-24C6-E8BE-095C639A0C16}"/>
              </a:ext>
            </a:extLst>
          </p:cNvPr>
          <p:cNvSpPr>
            <a:spLocks noGrp="1"/>
          </p:cNvSpPr>
          <p:nvPr>
            <p:ph type="title"/>
          </p:nvPr>
        </p:nvSpPr>
        <p:spPr/>
        <p:txBody>
          <a:bodyPr/>
          <a:lstStyle/>
          <a:p>
            <a:r>
              <a:rPr lang="en-US" dirty="0"/>
              <a:t>Leadership &amp; Key Personnel Bio’s</a:t>
            </a:r>
            <a:endParaRPr lang="en-AU" dirty="0"/>
          </a:p>
        </p:txBody>
      </p:sp>
      <p:graphicFrame>
        <p:nvGraphicFramePr>
          <p:cNvPr id="6" name="Table 5">
            <a:extLst>
              <a:ext uri="{FF2B5EF4-FFF2-40B4-BE49-F238E27FC236}">
                <a16:creationId xmlns:a16="http://schemas.microsoft.com/office/drawing/2014/main" id="{4DC4D1D2-767C-231B-F0C5-C547F44AEA3E}"/>
              </a:ext>
            </a:extLst>
          </p:cNvPr>
          <p:cNvGraphicFramePr>
            <a:graphicFrameLocks noGrp="1"/>
          </p:cNvGraphicFramePr>
          <p:nvPr>
            <p:extLst>
              <p:ext uri="{D42A27DB-BD31-4B8C-83A1-F6EECF244321}">
                <p14:modId xmlns:p14="http://schemas.microsoft.com/office/powerpoint/2010/main" val="268067733"/>
              </p:ext>
            </p:extLst>
          </p:nvPr>
        </p:nvGraphicFramePr>
        <p:xfrm>
          <a:off x="346230" y="1115465"/>
          <a:ext cx="11508689" cy="2103120"/>
        </p:xfrm>
        <a:graphic>
          <a:graphicData uri="http://schemas.openxmlformats.org/drawingml/2006/table">
            <a:tbl>
              <a:tblPr firstRow="1" bandRow="1">
                <a:tableStyleId>{5940675A-B579-460E-94D1-54222C63F5DA}</a:tableStyleId>
              </a:tblPr>
              <a:tblGrid>
                <a:gridCol w="558645">
                  <a:extLst>
                    <a:ext uri="{9D8B030D-6E8A-4147-A177-3AD203B41FA5}">
                      <a16:colId xmlns:a16="http://schemas.microsoft.com/office/drawing/2014/main" val="3750470440"/>
                    </a:ext>
                  </a:extLst>
                </a:gridCol>
                <a:gridCol w="10950044">
                  <a:extLst>
                    <a:ext uri="{9D8B030D-6E8A-4147-A177-3AD203B41FA5}">
                      <a16:colId xmlns:a16="http://schemas.microsoft.com/office/drawing/2014/main" val="4086094851"/>
                    </a:ext>
                  </a:extLst>
                </a:gridCol>
              </a:tblGrid>
              <a:tr h="370840">
                <a:tc>
                  <a:txBody>
                    <a:bodyPr/>
                    <a:lstStyle/>
                    <a:p>
                      <a:endParaRPr lang="en-AU" sz="1000">
                        <a:latin typeface="Montserrat" pitchFamily="2"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00000"/>
                        </a:lnSpc>
                        <a:spcAft>
                          <a:spcPts val="0"/>
                        </a:spcAft>
                        <a:buNone/>
                      </a:pPr>
                      <a:r>
                        <a:rPr lang="en-US" sz="1000" b="1" kern="100" dirty="0">
                          <a:effectLst/>
                          <a:latin typeface="Montserrat" pitchFamily="2" charset="0"/>
                          <a:ea typeface="Aptos" panose="020B0004020202020204" pitchFamily="34" charset="0"/>
                          <a:cs typeface="Times New Roman" panose="02020603050405020304" pitchFamily="18" charset="0"/>
                        </a:rPr>
                        <a:t>Hoan Le Thi Ngoc – Executive Management &amp; HR Lead</a:t>
                      </a:r>
                      <a:endParaRPr lang="en-AU" sz="105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0000"/>
                        </a:lnSpc>
                        <a:spcAft>
                          <a:spcPts val="0"/>
                        </a:spcAft>
                        <a:buNone/>
                      </a:pPr>
                      <a:r>
                        <a:rPr lang="en-US" sz="1000" kern="100" dirty="0">
                          <a:effectLst/>
                          <a:latin typeface="Montserrat" pitchFamily="2" charset="0"/>
                          <a:ea typeface="Aptos" panose="020B0004020202020204" pitchFamily="34" charset="0"/>
                          <a:cs typeface="Times New Roman" panose="02020603050405020304" pitchFamily="18" charset="0"/>
                        </a:rPr>
                        <a:t>Human Resources professional with a master’s degree in human resources management, providing comprehensive HR services to Vietnamese and international organisations. Extensive experience in organisational design, role and job description development, recruitment and onboarding, development of company-wide HR policies and procedures, and holding senior leadership roles.</a:t>
                      </a:r>
                      <a:endParaRPr lang="en-AU" sz="1050" kern="100" dirty="0">
                        <a:effectLst/>
                        <a:latin typeface="Aptos" panose="020B0004020202020204" pitchFamily="34" charset="0"/>
                        <a:ea typeface="Aptos" panose="020B0004020202020204" pitchFamily="34"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861812"/>
                  </a:ext>
                </a:extLst>
              </a:tr>
              <a:tr h="370840">
                <a:tc>
                  <a:txBody>
                    <a:bodyPr/>
                    <a:lstStyle/>
                    <a:p>
                      <a:endParaRPr lang="en-AU" sz="1000">
                        <a:latin typeface="Montserrat" pitchFamily="2"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00000"/>
                        </a:lnSpc>
                        <a:spcAft>
                          <a:spcPts val="0"/>
                        </a:spcAft>
                        <a:buNone/>
                      </a:pPr>
                      <a:r>
                        <a:rPr lang="en-US" sz="1000" b="1" kern="100" dirty="0">
                          <a:effectLst/>
                          <a:latin typeface="Montserrat" pitchFamily="2" charset="0"/>
                          <a:ea typeface="Aptos" panose="020B0004020202020204" pitchFamily="34" charset="0"/>
                          <a:cs typeface="Times New Roman" panose="02020603050405020304" pitchFamily="18" charset="0"/>
                        </a:rPr>
                        <a:t>Hung Nguyen Phuc – Executive Management &amp; Snr Project Manager</a:t>
                      </a:r>
                      <a:endParaRPr lang="en-AU" sz="105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0000"/>
                        </a:lnSpc>
                        <a:spcAft>
                          <a:spcPts val="0"/>
                        </a:spcAft>
                        <a:buNone/>
                      </a:pPr>
                      <a:r>
                        <a:rPr lang="en-US" sz="1000" dirty="0">
                          <a:effectLst/>
                          <a:latin typeface="Montserrat" pitchFamily="2" charset="0"/>
                          <a:ea typeface="Aptos" panose="020B0004020202020204" pitchFamily="34" charset="0"/>
                          <a:cs typeface="Times New Roman" panose="02020603050405020304" pitchFamily="18" charset="0"/>
                        </a:rPr>
                        <a:t>Mechanical Engineer with a Bachelor of Science in Mechanical Engineering and experience across engineering and process operations. Strong capability working to international standards including ASME and ASTM. Experience in project management, studies delivery, permitting and licensing approvals, and subcontractor management. Brings deep operational experience having worked as a senior maintenance leader at a world-class tungsten operation.</a:t>
                      </a:r>
                      <a:endParaRPr lang="en-AU" sz="1000" kern="1200" dirty="0">
                        <a:solidFill>
                          <a:schemeClr val="tx1"/>
                        </a:solidFill>
                        <a:effectLst/>
                        <a:latin typeface="Montserrat" pitchFamily="2"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7863474"/>
                  </a:ext>
                </a:extLst>
              </a:tr>
              <a:tr h="370840">
                <a:tc>
                  <a:txBody>
                    <a:bodyPr/>
                    <a:lstStyle/>
                    <a:p>
                      <a:endParaRPr lang="en-AU" sz="1000">
                        <a:latin typeface="Montserrat" pitchFamily="2"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just">
                        <a:lnSpc>
                          <a:spcPct val="100000"/>
                        </a:lnSpc>
                        <a:spcAft>
                          <a:spcPts val="0"/>
                        </a:spcAft>
                        <a:buNone/>
                      </a:pPr>
                      <a:r>
                        <a:rPr lang="en-US" sz="1000" b="1" kern="100" dirty="0">
                          <a:effectLst/>
                          <a:latin typeface="Montserrat" pitchFamily="2" charset="0"/>
                          <a:ea typeface="Aptos" panose="020B0004020202020204" pitchFamily="34" charset="0"/>
                          <a:cs typeface="Times New Roman" panose="02020603050405020304" pitchFamily="18" charset="0"/>
                        </a:rPr>
                        <a:t>Tien Dinh Van – Executive Management &amp; Snr Project Manager</a:t>
                      </a:r>
                      <a:endParaRPr lang="en-AU" sz="105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0000"/>
                        </a:lnSpc>
                        <a:spcAft>
                          <a:spcPts val="0"/>
                        </a:spcAft>
                        <a:buNone/>
                      </a:pPr>
                      <a:r>
                        <a:rPr lang="en-US" sz="1000" dirty="0">
                          <a:effectLst/>
                          <a:latin typeface="Montserrat" pitchFamily="2" charset="0"/>
                          <a:ea typeface="Aptos" panose="020B0004020202020204" pitchFamily="34" charset="0"/>
                          <a:cs typeface="Times New Roman" panose="02020603050405020304" pitchFamily="18" charset="0"/>
                        </a:rPr>
                        <a:t>Construction and civil works professional with a Master’s degree in Transport Works Engineering and a strong background in infrastructure, transport, and civil design. Extensive experience in project and contract management, including delivery of multi-million-dollar construction contracts under FIDIC forms, management of consultants across Pre-FS, FS, detailed and construction design phases, and oversight of contractors and subcontractors during construction execution.</a:t>
                      </a:r>
                      <a:endParaRPr lang="en-AU" sz="1000" dirty="0">
                        <a:latin typeface="Montserrat" pitchFamily="2"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18761884"/>
                  </a:ext>
                </a:extLst>
              </a:tr>
            </a:tbl>
          </a:graphicData>
        </a:graphic>
      </p:graphicFrame>
      <p:graphicFrame>
        <p:nvGraphicFramePr>
          <p:cNvPr id="7" name="Table 6">
            <a:extLst>
              <a:ext uri="{FF2B5EF4-FFF2-40B4-BE49-F238E27FC236}">
                <a16:creationId xmlns:a16="http://schemas.microsoft.com/office/drawing/2014/main" id="{10135E1D-F7D9-353B-5F4F-3BB960B8DEA0}"/>
              </a:ext>
            </a:extLst>
          </p:cNvPr>
          <p:cNvGraphicFramePr>
            <a:graphicFrameLocks noGrp="1"/>
          </p:cNvGraphicFramePr>
          <p:nvPr>
            <p:extLst>
              <p:ext uri="{D42A27DB-BD31-4B8C-83A1-F6EECF244321}">
                <p14:modId xmlns:p14="http://schemas.microsoft.com/office/powerpoint/2010/main" val="2787170713"/>
              </p:ext>
            </p:extLst>
          </p:nvPr>
        </p:nvGraphicFramePr>
        <p:xfrm>
          <a:off x="346230" y="3647175"/>
          <a:ext cx="11508689" cy="2804160"/>
        </p:xfrm>
        <a:graphic>
          <a:graphicData uri="http://schemas.openxmlformats.org/drawingml/2006/table">
            <a:tbl>
              <a:tblPr firstRow="1" bandRow="1">
                <a:tableStyleId>{5940675A-B579-460E-94D1-54222C63F5DA}</a:tableStyleId>
              </a:tblPr>
              <a:tblGrid>
                <a:gridCol w="558645">
                  <a:extLst>
                    <a:ext uri="{9D8B030D-6E8A-4147-A177-3AD203B41FA5}">
                      <a16:colId xmlns:a16="http://schemas.microsoft.com/office/drawing/2014/main" val="3750470440"/>
                    </a:ext>
                  </a:extLst>
                </a:gridCol>
                <a:gridCol w="10950044">
                  <a:extLst>
                    <a:ext uri="{9D8B030D-6E8A-4147-A177-3AD203B41FA5}">
                      <a16:colId xmlns:a16="http://schemas.microsoft.com/office/drawing/2014/main" val="4086094851"/>
                    </a:ext>
                  </a:extLst>
                </a:gridCol>
              </a:tblGrid>
              <a:tr h="370840">
                <a:tc>
                  <a:txBody>
                    <a:bodyPr/>
                    <a:lstStyle/>
                    <a:p>
                      <a:endParaRPr lang="en-AU" sz="1000" dirty="0">
                        <a:latin typeface="Montserrat" pitchFamily="2"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0000"/>
                        </a:lnSpc>
                        <a:spcAft>
                          <a:spcPts val="0"/>
                        </a:spcAft>
                        <a:buNone/>
                      </a:pPr>
                      <a:r>
                        <a:rPr lang="en-US" sz="1000" b="1" kern="100" dirty="0">
                          <a:effectLst/>
                          <a:latin typeface="Montserrat" pitchFamily="2" charset="0"/>
                          <a:ea typeface="Aptos" panose="020B0004020202020204" pitchFamily="34" charset="0"/>
                          <a:cs typeface="Times New Roman" panose="02020603050405020304" pitchFamily="18" charset="0"/>
                        </a:rPr>
                        <a:t>Will Coverdale – JORC &amp; NI43-101 Reserves</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0000"/>
                        </a:lnSpc>
                        <a:spcAft>
                          <a:spcPts val="0"/>
                        </a:spcAft>
                        <a:buNone/>
                      </a:pPr>
                      <a:r>
                        <a:rPr lang="en-AU" sz="1000" kern="100" dirty="0">
                          <a:effectLst/>
                          <a:latin typeface="Montserrat" pitchFamily="2" charset="0"/>
                          <a:ea typeface="Aptos" panose="020B0004020202020204" pitchFamily="34" charset="0"/>
                          <a:cs typeface="Times New Roman" panose="02020603050405020304" pitchFamily="18" charset="0"/>
                        </a:rPr>
                        <a:t>Qualified Mining Engineer with an MBA and over 19 years’ experience across the mining and metals sector, spanning open pit and underground operations. Extensive background in project evaluation, due diligence, M&amp;A, project planning and development, technical and strategic consulting, and founder of a mining-related IT start-up. Recognised Competent Person for JORC &amp; NI43-101 Reserve reporting.</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861812"/>
                  </a:ext>
                </a:extLst>
              </a:tr>
              <a:tr h="370840">
                <a:tc>
                  <a:txBody>
                    <a:bodyPr/>
                    <a:lstStyle/>
                    <a:p>
                      <a:endParaRPr lang="en-AU" sz="1000">
                        <a:latin typeface="Montserrat" pitchFamily="2"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0000"/>
                        </a:lnSpc>
                        <a:spcAft>
                          <a:spcPts val="0"/>
                        </a:spcAft>
                        <a:buNone/>
                      </a:pPr>
                      <a:r>
                        <a:rPr lang="en-US" sz="1000" b="1" kern="100" dirty="0">
                          <a:effectLst/>
                          <a:latin typeface="Montserrat" pitchFamily="2" charset="0"/>
                          <a:ea typeface="Aptos" panose="020B0004020202020204" pitchFamily="34" charset="0"/>
                          <a:cs typeface="Times New Roman" panose="02020603050405020304" pitchFamily="18" charset="0"/>
                        </a:rPr>
                        <a:t>Chris Ramsay – JORC &amp; NI43-101 Resources</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0000"/>
                        </a:lnSpc>
                        <a:spcAft>
                          <a:spcPts val="0"/>
                        </a:spcAft>
                        <a:buNone/>
                      </a:pPr>
                      <a:r>
                        <a:rPr lang="en-AU" sz="1000" kern="100" dirty="0">
                          <a:effectLst/>
                          <a:latin typeface="Montserrat" pitchFamily="2" charset="0"/>
                          <a:ea typeface="Aptos" panose="020B0004020202020204" pitchFamily="34" charset="0"/>
                          <a:cs typeface="Times New Roman" panose="02020603050405020304" pitchFamily="18" charset="0"/>
                        </a:rPr>
                        <a:t>Experienced mineral resource and mine development professional with over 25 years’ global experience across the mining value chain. Expertise includes mineral exploration, resource estimation, project development and evaluation, resource governance, mine geology, and operational management. Recognised Competent Person for JORC and NI43-101 resource reporting.</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57863474"/>
                  </a:ext>
                </a:extLst>
              </a:tr>
              <a:tr h="370840">
                <a:tc>
                  <a:txBody>
                    <a:bodyPr/>
                    <a:lstStyle/>
                    <a:p>
                      <a:endParaRPr lang="en-AU" sz="1000">
                        <a:latin typeface="Montserrat" pitchFamily="2"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0000"/>
                        </a:lnSpc>
                        <a:spcAft>
                          <a:spcPts val="0"/>
                        </a:spcAft>
                        <a:buNone/>
                      </a:pPr>
                      <a:r>
                        <a:rPr lang="en-US" sz="1000" b="1" kern="100" dirty="0">
                          <a:effectLst/>
                          <a:latin typeface="Montserrat" pitchFamily="2" charset="0"/>
                          <a:ea typeface="Aptos" panose="020B0004020202020204" pitchFamily="34" charset="0"/>
                          <a:cs typeface="Times New Roman" panose="02020603050405020304" pitchFamily="18" charset="0"/>
                        </a:rPr>
                        <a:t>PhD. Minh Dinh Huu – Regional Geology Expert</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0000"/>
                        </a:lnSpc>
                        <a:spcAft>
                          <a:spcPts val="0"/>
                        </a:spcAft>
                        <a:buNone/>
                      </a:pPr>
                      <a:r>
                        <a:rPr lang="en-US" sz="1000" kern="100" dirty="0">
                          <a:effectLst/>
                          <a:latin typeface="Montserrat" pitchFamily="2" charset="0"/>
                          <a:ea typeface="Aptos" panose="020B0004020202020204" pitchFamily="34" charset="0"/>
                          <a:cs typeface="Times New Roman" panose="02020603050405020304" pitchFamily="18" charset="0"/>
                        </a:rPr>
                        <a:t>Senior exploration and project evaluation professional with over 40 years’ experience across a broad range of commodities, including nickel–copper (PGE), gold, copper–gold, copper, tin, and mineral sands. Extensive experience in technical review, peer evaluation, and academic supervision, including guidance of undergraduate and MSc theses and service as an examining and review board member for PhD and Master’s research in gold and non-ferrous mineral systems.</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975526"/>
                  </a:ext>
                </a:extLst>
              </a:tr>
              <a:tr h="370840">
                <a:tc>
                  <a:txBody>
                    <a:bodyPr/>
                    <a:lstStyle/>
                    <a:p>
                      <a:endParaRPr lang="en-AU" sz="1000" dirty="0">
                        <a:latin typeface="Montserrat" pitchFamily="2"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0000"/>
                        </a:lnSpc>
                        <a:spcAft>
                          <a:spcPts val="0"/>
                        </a:spcAft>
                        <a:buNone/>
                      </a:pPr>
                      <a:r>
                        <a:rPr lang="en-US" sz="1000" b="1" kern="100" dirty="0">
                          <a:effectLst/>
                          <a:latin typeface="Montserrat" pitchFamily="2" charset="0"/>
                          <a:ea typeface="Aptos" panose="020B0004020202020204" pitchFamily="34" charset="0"/>
                          <a:cs typeface="Times New Roman" panose="02020603050405020304" pitchFamily="18" charset="0"/>
                        </a:rPr>
                        <a:t>Hung Tran Huu – EHS &amp; Sustainability</a:t>
                      </a:r>
                      <a:endParaRPr lang="en-AU" sz="1050" b="1"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0000"/>
                        </a:lnSpc>
                        <a:spcAft>
                          <a:spcPts val="0"/>
                        </a:spcAft>
                        <a:buNone/>
                      </a:pPr>
                      <a:r>
                        <a:rPr lang="en-US" sz="1000" kern="100" dirty="0">
                          <a:effectLst/>
                          <a:latin typeface="Montserrat" pitchFamily="2" charset="0"/>
                          <a:ea typeface="Aptos" panose="020B0004020202020204" pitchFamily="34" charset="0"/>
                          <a:cs typeface="Times New Roman" panose="02020603050405020304" pitchFamily="18" charset="0"/>
                        </a:rPr>
                        <a:t>Experienced EHS &amp; Sustainability professional with 15 years’ experience in electronics, electric vehicle, industrial real estate, metal mining &amp; processing sectors. Highly proficient in international environmental and social (E&amp;S) standards, including IFC Performance Standards, OECD guidance, ISO standards, as well as North American, European, and Vietnamese regulations.</a:t>
                      </a:r>
                      <a:endParaRPr lang="en-AU" sz="1050" kern="100" dirty="0">
                        <a:effectLst/>
                        <a:latin typeface="Aptos" panose="020B0004020202020204" pitchFamily="34" charset="0"/>
                        <a:ea typeface="Aptos" panose="020B0004020202020204" pitchFamily="34"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7771494"/>
                  </a:ext>
                </a:extLst>
              </a:tr>
            </a:tbl>
          </a:graphicData>
        </a:graphic>
      </p:graphicFrame>
      <p:sp>
        <p:nvSpPr>
          <p:cNvPr id="8" name="TextBox 7">
            <a:extLst>
              <a:ext uri="{FF2B5EF4-FFF2-40B4-BE49-F238E27FC236}">
                <a16:creationId xmlns:a16="http://schemas.microsoft.com/office/drawing/2014/main" id="{F3CF45B8-2C8E-5FB3-E64B-DBA80F39947F}"/>
              </a:ext>
            </a:extLst>
          </p:cNvPr>
          <p:cNvSpPr txBox="1"/>
          <p:nvPr/>
        </p:nvSpPr>
        <p:spPr>
          <a:xfrm>
            <a:off x="337081" y="819416"/>
            <a:ext cx="2098651" cy="276999"/>
          </a:xfrm>
          <a:prstGeom prst="rect">
            <a:avLst/>
          </a:prstGeom>
          <a:noFill/>
        </p:spPr>
        <p:txBody>
          <a:bodyPr wrap="none" rtlCol="0">
            <a:spAutoFit/>
          </a:bodyPr>
          <a:lstStyle/>
          <a:p>
            <a:r>
              <a:rPr lang="en-US" sz="1200" b="1" dirty="0">
                <a:latin typeface="Montserrat" pitchFamily="2" charset="0"/>
              </a:rPr>
              <a:t>Executive Management</a:t>
            </a:r>
            <a:endParaRPr lang="en-AU" sz="1200" b="1" dirty="0">
              <a:latin typeface="Montserrat" pitchFamily="2" charset="0"/>
            </a:endParaRPr>
          </a:p>
        </p:txBody>
      </p:sp>
      <p:sp>
        <p:nvSpPr>
          <p:cNvPr id="9" name="TextBox 8">
            <a:extLst>
              <a:ext uri="{FF2B5EF4-FFF2-40B4-BE49-F238E27FC236}">
                <a16:creationId xmlns:a16="http://schemas.microsoft.com/office/drawing/2014/main" id="{BBA99D3E-8578-1FF1-1AF6-E3B464FD28C0}"/>
              </a:ext>
            </a:extLst>
          </p:cNvPr>
          <p:cNvSpPr txBox="1"/>
          <p:nvPr/>
        </p:nvSpPr>
        <p:spPr>
          <a:xfrm>
            <a:off x="346230" y="3355850"/>
            <a:ext cx="2241319" cy="276999"/>
          </a:xfrm>
          <a:prstGeom prst="rect">
            <a:avLst/>
          </a:prstGeom>
          <a:noFill/>
        </p:spPr>
        <p:txBody>
          <a:bodyPr wrap="none" rtlCol="0">
            <a:spAutoFit/>
          </a:bodyPr>
          <a:lstStyle/>
          <a:p>
            <a:r>
              <a:rPr lang="en-US" sz="1200" b="1" dirty="0">
                <a:latin typeface="Montserrat" pitchFamily="2" charset="0"/>
              </a:rPr>
              <a:t>Senior Technical Advisors</a:t>
            </a:r>
            <a:endParaRPr lang="en-AU" sz="1200" b="1" dirty="0">
              <a:latin typeface="Montserrat" pitchFamily="2" charset="0"/>
            </a:endParaRPr>
          </a:p>
        </p:txBody>
      </p:sp>
      <p:pic>
        <p:nvPicPr>
          <p:cNvPr id="4" name="Picture 3">
            <a:extLst>
              <a:ext uri="{FF2B5EF4-FFF2-40B4-BE49-F238E27FC236}">
                <a16:creationId xmlns:a16="http://schemas.microsoft.com/office/drawing/2014/main" id="{4946103B-F8E7-67C6-5FF0-C7B54D82F98A}"/>
              </a:ext>
            </a:extLst>
          </p:cNvPr>
          <p:cNvPicPr>
            <a:picLocks noChangeAspect="1"/>
          </p:cNvPicPr>
          <p:nvPr/>
        </p:nvPicPr>
        <p:blipFill>
          <a:blip r:embed="rId2">
            <a:extLst>
              <a:ext uri="{28A0092B-C50C-407E-A947-70E740481C1C}">
                <a14:useLocalDpi xmlns:a14="http://schemas.microsoft.com/office/drawing/2010/main" val="0"/>
              </a:ext>
            </a:extLst>
          </a:blip>
          <a:srcRect t="5104" b="13051"/>
          <a:stretch>
            <a:fillRect/>
          </a:stretch>
        </p:blipFill>
        <p:spPr>
          <a:xfrm>
            <a:off x="346230" y="1115465"/>
            <a:ext cx="574144" cy="704868"/>
          </a:xfrm>
          <a:prstGeom prst="rect">
            <a:avLst/>
          </a:prstGeom>
        </p:spPr>
      </p:pic>
      <p:pic>
        <p:nvPicPr>
          <p:cNvPr id="10" name="Picture 9">
            <a:extLst>
              <a:ext uri="{FF2B5EF4-FFF2-40B4-BE49-F238E27FC236}">
                <a16:creationId xmlns:a16="http://schemas.microsoft.com/office/drawing/2014/main" id="{97C68FB0-69F3-2F94-5D2A-6EFF8FC1E1AD}"/>
              </a:ext>
            </a:extLst>
          </p:cNvPr>
          <p:cNvPicPr>
            <a:picLocks noChangeAspect="1"/>
          </p:cNvPicPr>
          <p:nvPr/>
        </p:nvPicPr>
        <p:blipFill>
          <a:blip r:embed="rId3">
            <a:extLst>
              <a:ext uri="{28A0092B-C50C-407E-A947-70E740481C1C}">
                <a14:useLocalDpi xmlns:a14="http://schemas.microsoft.com/office/drawing/2010/main" val="0"/>
              </a:ext>
            </a:extLst>
          </a:blip>
          <a:srcRect t="5417" b="14268"/>
          <a:stretch>
            <a:fillRect/>
          </a:stretch>
        </p:blipFill>
        <p:spPr>
          <a:xfrm>
            <a:off x="346229" y="1820333"/>
            <a:ext cx="564995" cy="704868"/>
          </a:xfrm>
          <a:prstGeom prst="rect">
            <a:avLst/>
          </a:prstGeom>
        </p:spPr>
      </p:pic>
      <p:pic>
        <p:nvPicPr>
          <p:cNvPr id="12" name="Picture 11">
            <a:extLst>
              <a:ext uri="{FF2B5EF4-FFF2-40B4-BE49-F238E27FC236}">
                <a16:creationId xmlns:a16="http://schemas.microsoft.com/office/drawing/2014/main" id="{2573C038-D9E2-9EFB-B3D5-C79E2FD0C685}"/>
              </a:ext>
            </a:extLst>
          </p:cNvPr>
          <p:cNvPicPr>
            <a:picLocks noChangeAspect="1"/>
          </p:cNvPicPr>
          <p:nvPr/>
        </p:nvPicPr>
        <p:blipFill>
          <a:blip r:embed="rId4">
            <a:extLst>
              <a:ext uri="{28A0092B-C50C-407E-A947-70E740481C1C}">
                <a14:useLocalDpi xmlns:a14="http://schemas.microsoft.com/office/drawing/2010/main" val="0"/>
              </a:ext>
            </a:extLst>
          </a:blip>
          <a:srcRect t="5301" b="13109"/>
          <a:stretch>
            <a:fillRect/>
          </a:stretch>
        </p:blipFill>
        <p:spPr>
          <a:xfrm>
            <a:off x="336020" y="2527120"/>
            <a:ext cx="564995" cy="691465"/>
          </a:xfrm>
          <a:prstGeom prst="rect">
            <a:avLst/>
          </a:prstGeom>
        </p:spPr>
      </p:pic>
      <p:pic>
        <p:nvPicPr>
          <p:cNvPr id="17" name="Picture 16">
            <a:extLst>
              <a:ext uri="{FF2B5EF4-FFF2-40B4-BE49-F238E27FC236}">
                <a16:creationId xmlns:a16="http://schemas.microsoft.com/office/drawing/2014/main" id="{1EA8270F-5FA3-F422-A6DA-738F6071882B}"/>
              </a:ext>
            </a:extLst>
          </p:cNvPr>
          <p:cNvPicPr>
            <a:picLocks noChangeAspect="1"/>
          </p:cNvPicPr>
          <p:nvPr/>
        </p:nvPicPr>
        <p:blipFill>
          <a:blip r:embed="rId5">
            <a:extLst>
              <a:ext uri="{28A0092B-C50C-407E-A947-70E740481C1C}">
                <a14:useLocalDpi xmlns:a14="http://schemas.microsoft.com/office/drawing/2010/main" val="0"/>
              </a:ext>
            </a:extLst>
          </a:blip>
          <a:srcRect b="17580"/>
          <a:stretch>
            <a:fillRect/>
          </a:stretch>
        </p:blipFill>
        <p:spPr>
          <a:xfrm>
            <a:off x="346232" y="4361289"/>
            <a:ext cx="554783" cy="685874"/>
          </a:xfrm>
          <a:prstGeom prst="rect">
            <a:avLst/>
          </a:prstGeom>
        </p:spPr>
      </p:pic>
      <p:pic>
        <p:nvPicPr>
          <p:cNvPr id="19" name="Picture 18">
            <a:extLst>
              <a:ext uri="{FF2B5EF4-FFF2-40B4-BE49-F238E27FC236}">
                <a16:creationId xmlns:a16="http://schemas.microsoft.com/office/drawing/2014/main" id="{6E17FBDC-F632-2F91-DB26-CEBA4BE11C70}"/>
              </a:ext>
            </a:extLst>
          </p:cNvPr>
          <p:cNvPicPr>
            <a:picLocks noChangeAspect="1"/>
          </p:cNvPicPr>
          <p:nvPr/>
        </p:nvPicPr>
        <p:blipFill>
          <a:blip r:embed="rId6">
            <a:extLst>
              <a:ext uri="{28A0092B-C50C-407E-A947-70E740481C1C}">
                <a14:useLocalDpi xmlns:a14="http://schemas.microsoft.com/office/drawing/2010/main" val="0"/>
              </a:ext>
            </a:extLst>
          </a:blip>
          <a:srcRect b="17380"/>
          <a:stretch>
            <a:fillRect/>
          </a:stretch>
        </p:blipFill>
        <p:spPr>
          <a:xfrm>
            <a:off x="346233" y="5751136"/>
            <a:ext cx="564992" cy="700199"/>
          </a:xfrm>
          <a:prstGeom prst="rect">
            <a:avLst/>
          </a:prstGeom>
        </p:spPr>
      </p:pic>
      <p:pic>
        <p:nvPicPr>
          <p:cNvPr id="21" name="Picture 20">
            <a:extLst>
              <a:ext uri="{FF2B5EF4-FFF2-40B4-BE49-F238E27FC236}">
                <a16:creationId xmlns:a16="http://schemas.microsoft.com/office/drawing/2014/main" id="{31A20D94-322D-C7C9-FFF8-20F42AFC13EE}"/>
              </a:ext>
            </a:extLst>
          </p:cNvPr>
          <p:cNvPicPr>
            <a:picLocks noChangeAspect="1"/>
          </p:cNvPicPr>
          <p:nvPr/>
        </p:nvPicPr>
        <p:blipFill>
          <a:blip r:embed="rId7">
            <a:extLst>
              <a:ext uri="{28A0092B-C50C-407E-A947-70E740481C1C}">
                <a14:useLocalDpi xmlns:a14="http://schemas.microsoft.com/office/drawing/2010/main" val="0"/>
              </a:ext>
            </a:extLst>
          </a:blip>
          <a:srcRect b="20315"/>
          <a:stretch>
            <a:fillRect/>
          </a:stretch>
        </p:blipFill>
        <p:spPr>
          <a:xfrm>
            <a:off x="346230" y="5064260"/>
            <a:ext cx="564992" cy="675321"/>
          </a:xfrm>
          <a:prstGeom prst="rect">
            <a:avLst/>
          </a:prstGeom>
        </p:spPr>
      </p:pic>
      <p:sp>
        <p:nvSpPr>
          <p:cNvPr id="22" name="Slide Number Placeholder 1">
            <a:extLst>
              <a:ext uri="{FF2B5EF4-FFF2-40B4-BE49-F238E27FC236}">
                <a16:creationId xmlns:a16="http://schemas.microsoft.com/office/drawing/2014/main" id="{E9383E62-2806-FC01-030B-74E78D2E4AA7}"/>
              </a:ext>
            </a:extLst>
          </p:cNvPr>
          <p:cNvSpPr txBox="1">
            <a:spLocks/>
          </p:cNvSpPr>
          <p:nvPr/>
        </p:nvSpPr>
        <p:spPr>
          <a:xfrm>
            <a:off x="1" y="6535738"/>
            <a:ext cx="355600" cy="32226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58942-C054-464B-9F58-C6B1F5B60348}" type="slidenum">
              <a:rPr lang="en-AU" sz="1200"/>
              <a:pPr algn="ctr"/>
              <a:t>6</a:t>
            </a:fld>
            <a:endParaRPr lang="en-AU" sz="1200" dirty="0"/>
          </a:p>
        </p:txBody>
      </p:sp>
      <p:pic>
        <p:nvPicPr>
          <p:cNvPr id="24" name="Picture 23">
            <a:extLst>
              <a:ext uri="{FF2B5EF4-FFF2-40B4-BE49-F238E27FC236}">
                <a16:creationId xmlns:a16="http://schemas.microsoft.com/office/drawing/2014/main" id="{43EF2139-B4C8-F897-5B38-E012B0C6C096}"/>
              </a:ext>
            </a:extLst>
          </p:cNvPr>
          <p:cNvPicPr>
            <a:picLocks noChangeAspect="1"/>
          </p:cNvPicPr>
          <p:nvPr/>
        </p:nvPicPr>
        <p:blipFill>
          <a:blip r:embed="rId8">
            <a:extLst>
              <a:ext uri="{28A0092B-C50C-407E-A947-70E740481C1C}">
                <a14:useLocalDpi xmlns:a14="http://schemas.microsoft.com/office/drawing/2010/main" val="0"/>
              </a:ext>
            </a:extLst>
          </a:blip>
          <a:srcRect b="16202"/>
          <a:stretch>
            <a:fillRect/>
          </a:stretch>
        </p:blipFill>
        <p:spPr>
          <a:xfrm>
            <a:off x="355361" y="3653752"/>
            <a:ext cx="545653" cy="685874"/>
          </a:xfrm>
          <a:prstGeom prst="rect">
            <a:avLst/>
          </a:prstGeom>
        </p:spPr>
      </p:pic>
    </p:spTree>
    <p:extLst>
      <p:ext uri="{BB962C8B-B14F-4D97-AF65-F5344CB8AC3E}">
        <p14:creationId xmlns:p14="http://schemas.microsoft.com/office/powerpoint/2010/main" val="2797991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3081E-B091-5BA8-F306-EC48775641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DB8BB4-81A4-3DE4-BCDB-AF41DED064C0}"/>
              </a:ext>
            </a:extLst>
          </p:cNvPr>
          <p:cNvSpPr>
            <a:spLocks noGrp="1"/>
          </p:cNvSpPr>
          <p:nvPr>
            <p:ph type="sldNum" sz="quarter" idx="10"/>
          </p:nvPr>
        </p:nvSpPr>
        <p:spPr/>
        <p:txBody>
          <a:bodyPr/>
          <a:lstStyle/>
          <a:p>
            <a:fld id="{48F58942-C054-464B-9F58-C6B1F5B60348}" type="slidenum">
              <a:rPr lang="en-AU" smtClean="0"/>
              <a:t>7</a:t>
            </a:fld>
            <a:endParaRPr lang="en-AU"/>
          </a:p>
        </p:txBody>
      </p:sp>
      <p:sp>
        <p:nvSpPr>
          <p:cNvPr id="3" name="Title 2">
            <a:extLst>
              <a:ext uri="{FF2B5EF4-FFF2-40B4-BE49-F238E27FC236}">
                <a16:creationId xmlns:a16="http://schemas.microsoft.com/office/drawing/2014/main" id="{459EC7EE-FA28-D766-BA50-8528A29C1B27}"/>
              </a:ext>
            </a:extLst>
          </p:cNvPr>
          <p:cNvSpPr>
            <a:spLocks noGrp="1"/>
          </p:cNvSpPr>
          <p:nvPr>
            <p:ph type="title"/>
          </p:nvPr>
        </p:nvSpPr>
        <p:spPr>
          <a:xfrm>
            <a:off x="609601" y="3035349"/>
            <a:ext cx="4810124" cy="812787"/>
          </a:xfrm>
        </p:spPr>
        <p:txBody>
          <a:bodyPr/>
          <a:lstStyle/>
          <a:p>
            <a:r>
              <a:rPr lang="en-US" dirty="0"/>
              <a:t>Core Competencies &amp; Delivery Models</a:t>
            </a:r>
            <a:endParaRPr lang="en-AU" dirty="0"/>
          </a:p>
        </p:txBody>
      </p:sp>
    </p:spTree>
    <p:extLst>
      <p:ext uri="{BB962C8B-B14F-4D97-AF65-F5344CB8AC3E}">
        <p14:creationId xmlns:p14="http://schemas.microsoft.com/office/powerpoint/2010/main" val="839509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93716A5-5130-A559-A1F9-F9F101838393}"/>
              </a:ext>
            </a:extLst>
          </p:cNvPr>
          <p:cNvSpPr/>
          <p:nvPr/>
        </p:nvSpPr>
        <p:spPr>
          <a:xfrm>
            <a:off x="8189971" y="2622189"/>
            <a:ext cx="3774523" cy="3749430"/>
          </a:xfrm>
          <a:prstGeom prst="rect">
            <a:avLst/>
          </a:prstGeom>
          <a:solidFill>
            <a:schemeClr val="accent2">
              <a:lumMod val="40000"/>
              <a:lumOff val="60000"/>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20DD764F-C4DA-DA0A-C6EC-971026ED5C27}"/>
              </a:ext>
            </a:extLst>
          </p:cNvPr>
          <p:cNvSpPr/>
          <p:nvPr/>
        </p:nvSpPr>
        <p:spPr>
          <a:xfrm>
            <a:off x="317453" y="2643598"/>
            <a:ext cx="3774523" cy="3728019"/>
          </a:xfrm>
          <a:prstGeom prst="rect">
            <a:avLst/>
          </a:prstGeom>
          <a:solidFill>
            <a:schemeClr val="accent6">
              <a:lumMod val="20000"/>
              <a:lumOff val="8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CC70754F-6127-B475-EB7D-2208F49416DA}"/>
              </a:ext>
            </a:extLst>
          </p:cNvPr>
          <p:cNvSpPr/>
          <p:nvPr/>
        </p:nvSpPr>
        <p:spPr>
          <a:xfrm>
            <a:off x="4246408" y="2630532"/>
            <a:ext cx="3774523" cy="3741086"/>
          </a:xfrm>
          <a:prstGeom prst="rect">
            <a:avLst/>
          </a:prstGeom>
          <a:solidFill>
            <a:schemeClr val="bg2">
              <a:lumMod val="90000"/>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54EAE1FA-E0DC-14BA-81A6-A893C84D1C7B}"/>
              </a:ext>
            </a:extLst>
          </p:cNvPr>
          <p:cNvSpPr>
            <a:spLocks noGrp="1"/>
          </p:cNvSpPr>
          <p:nvPr>
            <p:ph type="title"/>
          </p:nvPr>
        </p:nvSpPr>
        <p:spPr/>
        <p:txBody>
          <a:bodyPr/>
          <a:lstStyle/>
          <a:p>
            <a:r>
              <a:rPr lang="en-US" dirty="0"/>
              <a:t>Core Competencies</a:t>
            </a:r>
            <a:endParaRPr lang="en-AU" dirty="0"/>
          </a:p>
        </p:txBody>
      </p:sp>
      <p:sp>
        <p:nvSpPr>
          <p:cNvPr id="3" name="Content Placeholder 2">
            <a:extLst>
              <a:ext uri="{FF2B5EF4-FFF2-40B4-BE49-F238E27FC236}">
                <a16:creationId xmlns:a16="http://schemas.microsoft.com/office/drawing/2014/main" id="{07DC173D-F8B5-74F2-6B60-909A9AF038F6}"/>
              </a:ext>
            </a:extLst>
          </p:cNvPr>
          <p:cNvSpPr>
            <a:spLocks noGrp="1"/>
          </p:cNvSpPr>
          <p:nvPr>
            <p:ph idx="1"/>
          </p:nvPr>
        </p:nvSpPr>
        <p:spPr>
          <a:xfrm>
            <a:off x="346230" y="838277"/>
            <a:ext cx="11469950" cy="1739551"/>
          </a:xfrm>
        </p:spPr>
        <p:txBody>
          <a:bodyPr/>
          <a:lstStyle/>
          <a:p>
            <a:pPr marL="0" indent="0" algn="just">
              <a:lnSpc>
                <a:spcPct val="115000"/>
              </a:lnSpc>
              <a:spcAft>
                <a:spcPts val="800"/>
              </a:spcAft>
              <a:buNone/>
            </a:pPr>
            <a:r>
              <a:rPr lang="en-AU" sz="1200" kern="100" dirty="0">
                <a:effectLst/>
                <a:ea typeface="Aptos" panose="020B0004020202020204" pitchFamily="34" charset="0"/>
                <a:cs typeface="Times New Roman" panose="02020603050405020304" pitchFamily="18" charset="0"/>
              </a:rPr>
              <a:t>MSV delivers integrated mining services across the full project lifecycle, from early-stage exploration through project development and into operations. Our capability is built on hands-on regional experience, enabling the delivery of technically robust, cost-effective, and operationally practical solutions aligned with project objectives and local operating conditions.</a:t>
            </a:r>
          </a:p>
          <a:p>
            <a:pPr>
              <a:lnSpc>
                <a:spcPct val="100000"/>
              </a:lnSpc>
              <a:spcBef>
                <a:spcPts val="0"/>
              </a:spcBef>
              <a:buNone/>
            </a:pPr>
            <a:r>
              <a:rPr lang="en-AU" sz="1200" kern="100" dirty="0">
                <a:effectLst/>
                <a:ea typeface="Aptos" panose="020B0004020202020204" pitchFamily="34" charset="0"/>
                <a:cs typeface="Times New Roman" panose="02020603050405020304" pitchFamily="18" charset="0"/>
              </a:rPr>
              <a:t>MSV’s core competencies include:</a:t>
            </a:r>
          </a:p>
          <a:p>
            <a:pPr>
              <a:lnSpc>
                <a:spcPct val="100000"/>
              </a:lnSpc>
              <a:spcBef>
                <a:spcPts val="0"/>
              </a:spcBef>
              <a:buNone/>
            </a:pPr>
            <a:endParaRPr lang="en-AU" sz="1200" kern="100" dirty="0">
              <a:effectLst/>
              <a:ea typeface="Aptos" panose="020B0004020202020204" pitchFamily="34" charset="0"/>
              <a:cs typeface="Times New Roman" panose="02020603050405020304" pitchFamily="18" charset="0"/>
            </a:endParaRPr>
          </a:p>
          <a:p>
            <a:pPr>
              <a:lnSpc>
                <a:spcPct val="100000"/>
              </a:lnSpc>
              <a:spcBef>
                <a:spcPts val="0"/>
              </a:spcBef>
            </a:pPr>
            <a:r>
              <a:rPr lang="en-AU" sz="1200" kern="100" dirty="0">
                <a:effectLst/>
                <a:ea typeface="Aptos" panose="020B0004020202020204" pitchFamily="34" charset="0"/>
                <a:cs typeface="Times New Roman" panose="02020603050405020304" pitchFamily="18" charset="0"/>
              </a:rPr>
              <a:t>Exploration &amp; Geological Services</a:t>
            </a:r>
          </a:p>
          <a:p>
            <a:pPr>
              <a:lnSpc>
                <a:spcPct val="100000"/>
              </a:lnSpc>
              <a:spcBef>
                <a:spcPts val="0"/>
              </a:spcBef>
              <a:buSzPts val="1000"/>
              <a:tabLst>
                <a:tab pos="457200" algn="l"/>
              </a:tabLst>
            </a:pPr>
            <a:r>
              <a:rPr lang="en-AU" sz="1200" kern="100" dirty="0">
                <a:effectLst/>
                <a:ea typeface="Aptos" panose="020B0004020202020204" pitchFamily="34" charset="0"/>
                <a:cs typeface="Times New Roman" panose="02020603050405020304" pitchFamily="18" charset="0"/>
              </a:rPr>
              <a:t>Resource &amp; Reserve Development</a:t>
            </a:r>
          </a:p>
          <a:p>
            <a:pPr>
              <a:lnSpc>
                <a:spcPct val="100000"/>
              </a:lnSpc>
              <a:spcBef>
                <a:spcPts val="0"/>
              </a:spcBef>
              <a:buNone/>
            </a:pPr>
            <a:r>
              <a:rPr lang="en-AU" sz="1100" kern="100" dirty="0">
                <a:effectLst/>
                <a:ea typeface="Aptos" panose="020B0004020202020204" pitchFamily="34" charset="0"/>
                <a:cs typeface="Times New Roman" panose="02020603050405020304" pitchFamily="18" charset="0"/>
              </a:rPr>
              <a:t> </a:t>
            </a:r>
          </a:p>
        </p:txBody>
      </p:sp>
      <p:sp>
        <p:nvSpPr>
          <p:cNvPr id="5" name="TextBox 4">
            <a:extLst>
              <a:ext uri="{FF2B5EF4-FFF2-40B4-BE49-F238E27FC236}">
                <a16:creationId xmlns:a16="http://schemas.microsoft.com/office/drawing/2014/main" id="{7E470E11-8C84-10C9-022D-A246A7E44C9C}"/>
              </a:ext>
            </a:extLst>
          </p:cNvPr>
          <p:cNvSpPr txBox="1"/>
          <p:nvPr/>
        </p:nvSpPr>
        <p:spPr>
          <a:xfrm>
            <a:off x="394868" y="2656664"/>
            <a:ext cx="3774522" cy="3808735"/>
          </a:xfrm>
          <a:prstGeom prst="rect">
            <a:avLst/>
          </a:prstGeom>
          <a:noFill/>
        </p:spPr>
        <p:txBody>
          <a:bodyPr wrap="square">
            <a:spAutoFit/>
          </a:bodyPr>
          <a:lstStyle/>
          <a:p>
            <a:pPr>
              <a:lnSpc>
                <a:spcPct val="100000"/>
              </a:lnSpc>
              <a:spcBef>
                <a:spcPts val="0"/>
              </a:spcBef>
              <a:buNone/>
            </a:pPr>
            <a:r>
              <a:rPr lang="en-AU" sz="1050" b="1" kern="100" dirty="0">
                <a:effectLst/>
                <a:latin typeface="Montserrat" pitchFamily="2" charset="0"/>
                <a:ea typeface="Aptos" panose="020B0004020202020204" pitchFamily="34" charset="0"/>
                <a:cs typeface="Times New Roman" panose="02020603050405020304" pitchFamily="18" charset="0"/>
              </a:rPr>
              <a:t>Exploration &amp; Geological Services</a:t>
            </a:r>
            <a:endParaRPr lang="en-AU" sz="1050" kern="100" dirty="0">
              <a:effectLst/>
              <a:latin typeface="Montserrat" pitchFamily="2" charset="0"/>
              <a:ea typeface="Aptos" panose="020B0004020202020204" pitchFamily="34" charset="0"/>
              <a:cs typeface="Times New Roman" panose="02020603050405020304" pitchFamily="18" charset="0"/>
            </a:endParaRPr>
          </a:p>
          <a:p>
            <a:pPr marL="0" indent="0">
              <a:lnSpc>
                <a:spcPct val="100000"/>
              </a:lnSpc>
              <a:spcBef>
                <a:spcPts val="0"/>
              </a:spcBef>
              <a:buNone/>
            </a:pPr>
            <a:endParaRPr lang="en-AU" sz="1050" kern="100" dirty="0">
              <a:effectLst/>
              <a:latin typeface="Montserrat" pitchFamily="2" charset="0"/>
              <a:ea typeface="Aptos" panose="020B0004020202020204" pitchFamily="34" charset="0"/>
              <a:cs typeface="Times New Roman" panose="02020603050405020304" pitchFamily="18" charset="0"/>
            </a:endParaRPr>
          </a:p>
          <a:p>
            <a:pPr marL="0" indent="0">
              <a:lnSpc>
                <a:spcPct val="100000"/>
              </a:lnSpc>
              <a:spcBef>
                <a:spcPts val="0"/>
              </a:spcBef>
              <a:buNone/>
            </a:pPr>
            <a:r>
              <a:rPr lang="en-AU" sz="1050" kern="100" dirty="0">
                <a:effectLst/>
                <a:latin typeface="Montserrat" pitchFamily="2" charset="0"/>
                <a:ea typeface="Aptos" panose="020B0004020202020204" pitchFamily="34" charset="0"/>
                <a:cs typeface="Times New Roman" panose="02020603050405020304" pitchFamily="18" charset="0"/>
              </a:rPr>
              <a:t>MSV provides an end-to-end exploration capability, combining program design, execution, and technical reporting using in-house teams, equipment, and specialist support delivering improved data quality, schedule control, and cost efficiency.</a:t>
            </a:r>
          </a:p>
          <a:p>
            <a:pPr>
              <a:lnSpc>
                <a:spcPct val="100000"/>
              </a:lnSpc>
              <a:spcBef>
                <a:spcPts val="0"/>
              </a:spcBef>
              <a:buNone/>
            </a:pPr>
            <a:r>
              <a:rPr lang="en-AU" sz="1050" kern="100" dirty="0">
                <a:effectLst/>
                <a:latin typeface="Montserrat" pitchFamily="2" charset="0"/>
                <a:ea typeface="Aptos" panose="020B0004020202020204" pitchFamily="34" charset="0"/>
                <a:cs typeface="Times New Roman" panose="02020603050405020304" pitchFamily="18" charset="0"/>
              </a:rPr>
              <a:t> </a:t>
            </a:r>
          </a:p>
          <a:p>
            <a:pPr>
              <a:lnSpc>
                <a:spcPct val="100000"/>
              </a:lnSpc>
              <a:spcBef>
                <a:spcPts val="0"/>
              </a:spcBef>
              <a:buNone/>
            </a:pPr>
            <a:r>
              <a:rPr lang="en-AU" sz="1050" kern="100" dirty="0">
                <a:effectLst/>
                <a:latin typeface="Montserrat" pitchFamily="2" charset="0"/>
                <a:ea typeface="Aptos" panose="020B0004020202020204" pitchFamily="34" charset="0"/>
                <a:cs typeface="Times New Roman" panose="02020603050405020304" pitchFamily="18" charset="0"/>
              </a:rPr>
              <a:t>Key services include:</a:t>
            </a:r>
          </a:p>
          <a:p>
            <a:pPr marL="171450" indent="-171450">
              <a:lnSpc>
                <a:spcPct val="100000"/>
              </a:lnSpc>
              <a:spcBef>
                <a:spcPts val="0"/>
              </a:spcBef>
              <a:buSzPts val="1000"/>
              <a:buFont typeface="Arial" panose="020B0604020202020204" pitchFamily="34" charset="0"/>
              <a:buChar char="•"/>
              <a:tabLst>
                <a:tab pos="457200" algn="l"/>
              </a:tabLst>
            </a:pPr>
            <a:r>
              <a:rPr lang="en-AU" sz="1050" kern="100" dirty="0">
                <a:effectLst/>
                <a:latin typeface="Montserrat" pitchFamily="2" charset="0"/>
                <a:ea typeface="Aptos" panose="020B0004020202020204" pitchFamily="34" charset="0"/>
                <a:cs typeface="Times New Roman" panose="02020603050405020304" pitchFamily="18" charset="0"/>
              </a:rPr>
              <a:t>Grassroots exploration, including geological mapping, soil and rock-chip sampling, trenching, and technical reporting</a:t>
            </a:r>
          </a:p>
          <a:p>
            <a:pPr marL="171450" indent="-171450">
              <a:lnSpc>
                <a:spcPct val="100000"/>
              </a:lnSpc>
              <a:spcBef>
                <a:spcPts val="0"/>
              </a:spcBef>
              <a:buSzPts val="1000"/>
              <a:buFont typeface="Arial" panose="020B0604020202020204" pitchFamily="34" charset="0"/>
              <a:buChar char="•"/>
              <a:tabLst>
                <a:tab pos="457200" algn="l"/>
              </a:tabLst>
            </a:pPr>
            <a:r>
              <a:rPr lang="en-AU" sz="1050" kern="100" dirty="0">
                <a:effectLst/>
                <a:latin typeface="Montserrat" pitchFamily="2" charset="0"/>
                <a:ea typeface="Aptos" panose="020B0004020202020204" pitchFamily="34" charset="0"/>
                <a:cs typeface="Times New Roman" panose="02020603050405020304" pitchFamily="18" charset="0"/>
              </a:rPr>
              <a:t>Geophysical surveys, (EM, IP, and DHEM) including design, execution, interpretation and reporting</a:t>
            </a:r>
          </a:p>
          <a:p>
            <a:pPr marL="171450" indent="-171450">
              <a:lnSpc>
                <a:spcPct val="100000"/>
              </a:lnSpc>
              <a:spcBef>
                <a:spcPts val="0"/>
              </a:spcBef>
              <a:buSzPts val="1000"/>
              <a:buFont typeface="Arial" panose="020B0604020202020204" pitchFamily="34" charset="0"/>
              <a:buChar char="•"/>
              <a:tabLst>
                <a:tab pos="457200" algn="l"/>
              </a:tabLst>
            </a:pPr>
            <a:r>
              <a:rPr lang="en-AU" sz="1050" kern="100" dirty="0">
                <a:effectLst/>
                <a:latin typeface="Montserrat" pitchFamily="2" charset="0"/>
                <a:ea typeface="Aptos" panose="020B0004020202020204" pitchFamily="34" charset="0"/>
                <a:cs typeface="Times New Roman" panose="02020603050405020304" pitchFamily="18" charset="0"/>
              </a:rPr>
              <a:t>Drilling services, from target generation to execution, with over 150,000 metres of diamond drilling delivered</a:t>
            </a:r>
          </a:p>
          <a:p>
            <a:pPr marL="171450" indent="-171450">
              <a:lnSpc>
                <a:spcPct val="100000"/>
              </a:lnSpc>
              <a:spcBef>
                <a:spcPts val="0"/>
              </a:spcBef>
              <a:buSzPts val="1000"/>
              <a:buFont typeface="Arial" panose="020B0604020202020204" pitchFamily="34" charset="0"/>
              <a:buChar char="•"/>
              <a:tabLst>
                <a:tab pos="457200" algn="l"/>
              </a:tabLst>
            </a:pPr>
            <a:r>
              <a:rPr lang="en-AU" sz="1050" kern="100" dirty="0">
                <a:effectLst/>
                <a:latin typeface="Montserrat" pitchFamily="2" charset="0"/>
                <a:ea typeface="Aptos" panose="020B0004020202020204" pitchFamily="34" charset="0"/>
                <a:cs typeface="Times New Roman" panose="02020603050405020304" pitchFamily="18" charset="0"/>
              </a:rPr>
              <a:t>In-house logging, sampling, laboratory management, and data preparation to support geological modelling and reporting</a:t>
            </a:r>
          </a:p>
          <a:p>
            <a:pPr marL="171450" indent="-171450">
              <a:lnSpc>
                <a:spcPct val="100000"/>
              </a:lnSpc>
              <a:spcBef>
                <a:spcPts val="0"/>
              </a:spcBef>
              <a:buSzPts val="1000"/>
              <a:buFont typeface="Arial" panose="020B0604020202020204" pitchFamily="34" charset="0"/>
              <a:buChar char="•"/>
              <a:tabLst>
                <a:tab pos="457200" algn="l"/>
              </a:tabLst>
            </a:pPr>
            <a:r>
              <a:rPr lang="en-AU" sz="1050" kern="100" dirty="0">
                <a:effectLst/>
                <a:latin typeface="Montserrat" pitchFamily="2" charset="0"/>
                <a:ea typeface="Aptos" panose="020B0004020202020204" pitchFamily="34" charset="0"/>
                <a:cs typeface="Times New Roman" panose="02020603050405020304" pitchFamily="18" charset="0"/>
              </a:rPr>
              <a:t>Geological database management and technical reporting</a:t>
            </a:r>
          </a:p>
          <a:p>
            <a:pPr>
              <a:lnSpc>
                <a:spcPct val="100000"/>
              </a:lnSpc>
              <a:spcBef>
                <a:spcPts val="0"/>
              </a:spcBef>
              <a:buNone/>
            </a:pPr>
            <a:r>
              <a:rPr lang="en-AU" sz="1050" kern="100" dirty="0">
                <a:effectLst/>
                <a:latin typeface="Montserrat" pitchFamily="2" charset="0"/>
                <a:ea typeface="Aptos" panose="020B0004020202020204" pitchFamily="34" charset="0"/>
                <a:cs typeface="Times New Roman" panose="02020603050405020304" pitchFamily="18" charset="0"/>
              </a:rPr>
              <a:t> </a:t>
            </a:r>
          </a:p>
        </p:txBody>
      </p:sp>
      <p:sp>
        <p:nvSpPr>
          <p:cNvPr id="7" name="TextBox 6">
            <a:extLst>
              <a:ext uri="{FF2B5EF4-FFF2-40B4-BE49-F238E27FC236}">
                <a16:creationId xmlns:a16="http://schemas.microsoft.com/office/drawing/2014/main" id="{E481E529-9D29-FCCD-3EEC-5E838246E71B}"/>
              </a:ext>
            </a:extLst>
          </p:cNvPr>
          <p:cNvSpPr txBox="1"/>
          <p:nvPr/>
        </p:nvSpPr>
        <p:spPr>
          <a:xfrm>
            <a:off x="4291502" y="2656664"/>
            <a:ext cx="3674848" cy="2031325"/>
          </a:xfrm>
          <a:prstGeom prst="rect">
            <a:avLst/>
          </a:prstGeom>
          <a:noFill/>
        </p:spPr>
        <p:txBody>
          <a:bodyPr wrap="square">
            <a:spAutoFit/>
          </a:bodyPr>
          <a:lstStyle/>
          <a:p>
            <a:pPr marL="228604" marR="0" lvl="0" indent="-228604"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050" b="1"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Resource &amp; Reserve Development</a:t>
            </a:r>
            <a:endParaRPr kumimoji="0" lang="en-AU" sz="105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endParaRPr>
          </a:p>
          <a:p>
            <a:pPr marL="228604" marR="0" lvl="0" indent="-228604"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05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 </a:t>
            </a:r>
          </a:p>
          <a:p>
            <a:pPr marL="0" marR="0" lvl="0" indent="0"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05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MSV develops geological, resource, and reserve models using industry-standard software including Surpac and Micromine, compliant with local, JORC, and NI 43-101 reporting requirements.</a:t>
            </a:r>
          </a:p>
          <a:p>
            <a:pPr marL="228604" marR="0" lvl="0" indent="-228604"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05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 </a:t>
            </a:r>
          </a:p>
          <a:p>
            <a:pPr marL="0" marR="0" lvl="0" indent="0"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05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Reserve development includes mine optimisation and reserve conversion studies, supported by an extensive internal cost database, with certification provided by MSV’s Competent Persons where required.</a:t>
            </a:r>
          </a:p>
        </p:txBody>
      </p:sp>
      <p:sp>
        <p:nvSpPr>
          <p:cNvPr id="9" name="TextBox 8">
            <a:extLst>
              <a:ext uri="{FF2B5EF4-FFF2-40B4-BE49-F238E27FC236}">
                <a16:creationId xmlns:a16="http://schemas.microsoft.com/office/drawing/2014/main" id="{E228E99E-A17A-71C1-9AAA-92AB7ED447FC}"/>
              </a:ext>
            </a:extLst>
          </p:cNvPr>
          <p:cNvSpPr txBox="1"/>
          <p:nvPr/>
        </p:nvSpPr>
        <p:spPr>
          <a:xfrm>
            <a:off x="8219774" y="2656664"/>
            <a:ext cx="3744720" cy="2800767"/>
          </a:xfrm>
          <a:prstGeom prst="rect">
            <a:avLst/>
          </a:prstGeom>
          <a:noFill/>
        </p:spPr>
        <p:txBody>
          <a:bodyPr wrap="square">
            <a:spAutoFit/>
          </a:bodyPr>
          <a:lstStyle/>
          <a:p>
            <a:pPr marL="0" marR="0" lvl="0" indent="0"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1"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Project Delivery</a:t>
            </a:r>
          </a:p>
          <a:p>
            <a:pPr marL="0" marR="0" lvl="0" indent="0"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1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endParaRPr>
          </a:p>
          <a:p>
            <a:pPr marL="0" marR="0" lvl="0" indent="0"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MSV operates as Owner’s Representative or EPCM contractor, managing engineering, procurement, construction, and commissioning to achieve scope, cost, schedule, quality, safety, and performance objectives.</a:t>
            </a:r>
          </a:p>
          <a:p>
            <a:pPr marL="0" marR="0" lvl="0" indent="0"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1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endParaRPr>
          </a:p>
          <a:p>
            <a:pPr marL="0" marR="0" lvl="0" indent="0"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1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endParaRPr>
          </a:p>
          <a:p>
            <a:pPr marL="0" marR="0" lvl="0" indent="0"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1"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Operational Readiness &amp; Support</a:t>
            </a:r>
          </a:p>
          <a:p>
            <a:pPr marL="0" marR="0" lvl="0" indent="0"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1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endParaRPr>
          </a:p>
          <a:p>
            <a:pPr marL="0" marR="0" lvl="0" indent="0"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MSV supports the transition from development to steady-state operations, establishing robust, compliant operating organisations, including HR, procurement, finance, governance, HSE, and reporting systems.</a:t>
            </a:r>
          </a:p>
        </p:txBody>
      </p:sp>
      <p:sp>
        <p:nvSpPr>
          <p:cNvPr id="11" name="TextBox 10">
            <a:extLst>
              <a:ext uri="{FF2B5EF4-FFF2-40B4-BE49-F238E27FC236}">
                <a16:creationId xmlns:a16="http://schemas.microsoft.com/office/drawing/2014/main" id="{3DE721C0-BD67-DC11-5246-6BE47A22BCC3}"/>
              </a:ext>
            </a:extLst>
          </p:cNvPr>
          <p:cNvSpPr txBox="1"/>
          <p:nvPr/>
        </p:nvSpPr>
        <p:spPr>
          <a:xfrm>
            <a:off x="4019955" y="1933820"/>
            <a:ext cx="6094378" cy="461665"/>
          </a:xfrm>
          <a:prstGeom prst="rect">
            <a:avLst/>
          </a:prstGeom>
          <a:noFill/>
        </p:spPr>
        <p:txBody>
          <a:bodyPr wrap="square">
            <a:spAutoFit/>
          </a:bodyPr>
          <a:lstStyle/>
          <a:p>
            <a:pPr marL="228604" marR="0" lvl="0" indent="-228604" algn="l" defTabSz="914411" rtl="0" eaLnBrk="1" fontAlgn="auto" latinLnBrk="0" hangingPunct="1">
              <a:lnSpc>
                <a:spcPct val="100000"/>
              </a:lnSpc>
              <a:spcBef>
                <a:spcPts val="0"/>
              </a:spcBef>
              <a:spcAft>
                <a:spcPts val="0"/>
              </a:spcAft>
              <a:buClrTx/>
              <a:buSzPts val="1000"/>
              <a:buFont typeface="Arial" panose="020B0604020202020204" pitchFamily="34" charset="0"/>
              <a:buChar char="•"/>
              <a:tabLst>
                <a:tab pos="457200" algn="l"/>
              </a:tabLst>
              <a:defRPr/>
            </a:pPr>
            <a:r>
              <a:rPr kumimoji="0" lang="en-AU" sz="12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Project Delivery (Owner’s Team &amp; EPCM)</a:t>
            </a:r>
          </a:p>
          <a:p>
            <a:pPr marL="228604" marR="0" lvl="0" indent="-228604" algn="l" defTabSz="914411" rtl="0" eaLnBrk="1" fontAlgn="auto" latinLnBrk="0" hangingPunct="1">
              <a:lnSpc>
                <a:spcPct val="100000"/>
              </a:lnSpc>
              <a:spcBef>
                <a:spcPts val="0"/>
              </a:spcBef>
              <a:spcAft>
                <a:spcPts val="0"/>
              </a:spcAft>
              <a:buClrTx/>
              <a:buSzPts val="1000"/>
              <a:buFont typeface="Arial" panose="020B0604020202020204" pitchFamily="34" charset="0"/>
              <a:buChar char="•"/>
              <a:tabLst>
                <a:tab pos="457200" algn="l"/>
              </a:tabLst>
              <a:defRPr/>
            </a:pPr>
            <a:r>
              <a:rPr kumimoji="0" lang="en-AU" sz="12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Operational Readiness &amp; Support</a:t>
            </a:r>
          </a:p>
        </p:txBody>
      </p:sp>
      <p:sp>
        <p:nvSpPr>
          <p:cNvPr id="15" name="Slide Number Placeholder 1">
            <a:extLst>
              <a:ext uri="{FF2B5EF4-FFF2-40B4-BE49-F238E27FC236}">
                <a16:creationId xmlns:a16="http://schemas.microsoft.com/office/drawing/2014/main" id="{EFBFFC8B-E725-B346-0F1E-0662B5BB2777}"/>
              </a:ext>
            </a:extLst>
          </p:cNvPr>
          <p:cNvSpPr txBox="1">
            <a:spLocks/>
          </p:cNvSpPr>
          <p:nvPr/>
        </p:nvSpPr>
        <p:spPr>
          <a:xfrm>
            <a:off x="1" y="6535738"/>
            <a:ext cx="355600" cy="32226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58942-C054-464B-9F58-C6B1F5B60348}" type="slidenum">
              <a:rPr lang="en-AU" sz="1200"/>
              <a:pPr algn="ctr"/>
              <a:t>8</a:t>
            </a:fld>
            <a:endParaRPr lang="en-AU" sz="1200" dirty="0"/>
          </a:p>
        </p:txBody>
      </p:sp>
    </p:spTree>
    <p:extLst>
      <p:ext uri="{BB962C8B-B14F-4D97-AF65-F5344CB8AC3E}">
        <p14:creationId xmlns:p14="http://schemas.microsoft.com/office/powerpoint/2010/main" val="15653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B4A32-1418-71BB-3133-24F023FA9DD7}"/>
              </a:ext>
            </a:extLst>
          </p:cNvPr>
          <p:cNvSpPr>
            <a:spLocks noGrp="1"/>
          </p:cNvSpPr>
          <p:nvPr>
            <p:ph type="title"/>
          </p:nvPr>
        </p:nvSpPr>
        <p:spPr/>
        <p:txBody>
          <a:bodyPr/>
          <a:lstStyle/>
          <a:p>
            <a:r>
              <a:rPr lang="en-US" dirty="0"/>
              <a:t>Service Delivery Model</a:t>
            </a:r>
            <a:endParaRPr lang="en-AU" dirty="0"/>
          </a:p>
        </p:txBody>
      </p:sp>
      <p:sp>
        <p:nvSpPr>
          <p:cNvPr id="3" name="Content Placeholder 2">
            <a:extLst>
              <a:ext uri="{FF2B5EF4-FFF2-40B4-BE49-F238E27FC236}">
                <a16:creationId xmlns:a16="http://schemas.microsoft.com/office/drawing/2014/main" id="{0ECF32BA-531B-5264-08CB-AA48761CCFEB}"/>
              </a:ext>
            </a:extLst>
          </p:cNvPr>
          <p:cNvSpPr>
            <a:spLocks noGrp="1"/>
          </p:cNvSpPr>
          <p:nvPr>
            <p:ph idx="1"/>
          </p:nvPr>
        </p:nvSpPr>
        <p:spPr/>
        <p:txBody>
          <a:bodyPr/>
          <a:lstStyle/>
          <a:p>
            <a:pPr marL="0" indent="0" algn="just">
              <a:lnSpc>
                <a:spcPct val="100000"/>
              </a:lnSpc>
              <a:spcBef>
                <a:spcPts val="0"/>
              </a:spcBef>
              <a:buNone/>
            </a:pPr>
            <a:r>
              <a:rPr lang="en-AU" sz="1300" kern="100" dirty="0">
                <a:effectLst/>
                <a:ea typeface="Aptos" panose="020B0004020202020204" pitchFamily="34" charset="0"/>
                <a:cs typeface="Times New Roman" panose="02020603050405020304" pitchFamily="18" charset="0"/>
              </a:rPr>
              <a:t>MSV offers a flexible service delivery model aligned to project stage, risk profile, and client objectives, engaging as an advisor, EPCM contractor, or embedded team.</a:t>
            </a:r>
          </a:p>
          <a:p>
            <a:pPr>
              <a:lnSpc>
                <a:spcPct val="100000"/>
              </a:lnSpc>
              <a:spcBef>
                <a:spcPts val="0"/>
              </a:spcBef>
              <a:buNone/>
            </a:pPr>
            <a:r>
              <a:rPr lang="en-AU" sz="1300" kern="100" dirty="0">
                <a:effectLst/>
                <a:ea typeface="Aptos" panose="020B0004020202020204" pitchFamily="34" charset="0"/>
                <a:cs typeface="Times New Roman" panose="02020603050405020304" pitchFamily="18" charset="0"/>
              </a:rPr>
              <a:t> </a:t>
            </a:r>
          </a:p>
          <a:p>
            <a:pPr marL="0" indent="0">
              <a:lnSpc>
                <a:spcPct val="100000"/>
              </a:lnSpc>
              <a:spcBef>
                <a:spcPts val="0"/>
              </a:spcBef>
              <a:buNone/>
            </a:pPr>
            <a:endParaRPr lang="en-AU" sz="1400" dirty="0"/>
          </a:p>
        </p:txBody>
      </p:sp>
      <p:sp>
        <p:nvSpPr>
          <p:cNvPr id="4" name="Slide Number Placeholder 1">
            <a:extLst>
              <a:ext uri="{FF2B5EF4-FFF2-40B4-BE49-F238E27FC236}">
                <a16:creationId xmlns:a16="http://schemas.microsoft.com/office/drawing/2014/main" id="{E45C46BE-3B27-C5B4-C264-27E7B94FCA16}"/>
              </a:ext>
            </a:extLst>
          </p:cNvPr>
          <p:cNvSpPr txBox="1">
            <a:spLocks/>
          </p:cNvSpPr>
          <p:nvPr/>
        </p:nvSpPr>
        <p:spPr>
          <a:xfrm>
            <a:off x="1" y="6535738"/>
            <a:ext cx="355600" cy="32226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58942-C054-464B-9F58-C6B1F5B60348}" type="slidenum">
              <a:rPr lang="en-AU" sz="1200"/>
              <a:pPr algn="ctr"/>
              <a:t>9</a:t>
            </a:fld>
            <a:endParaRPr lang="en-AU" sz="1200" dirty="0"/>
          </a:p>
        </p:txBody>
      </p:sp>
      <p:sp>
        <p:nvSpPr>
          <p:cNvPr id="6" name="TextBox 5">
            <a:extLst>
              <a:ext uri="{FF2B5EF4-FFF2-40B4-BE49-F238E27FC236}">
                <a16:creationId xmlns:a16="http://schemas.microsoft.com/office/drawing/2014/main" id="{1A46C382-6A93-C308-2363-3528A0C51103}"/>
              </a:ext>
            </a:extLst>
          </p:cNvPr>
          <p:cNvSpPr txBox="1"/>
          <p:nvPr/>
        </p:nvSpPr>
        <p:spPr>
          <a:xfrm>
            <a:off x="942974" y="1605005"/>
            <a:ext cx="10086975" cy="1292662"/>
          </a:xfrm>
          <a:prstGeom prst="rect">
            <a:avLst/>
          </a:prstGeom>
          <a:solidFill>
            <a:schemeClr val="accent6">
              <a:lumMod val="20000"/>
              <a:lumOff val="80000"/>
              <a:alpha val="40000"/>
            </a:schemeClr>
          </a:solidFill>
        </p:spPr>
        <p:txBody>
          <a:bodyPr wrap="square">
            <a:spAutoFit/>
          </a:bodyPr>
          <a:lstStyle/>
          <a:p>
            <a:pPr marL="0" marR="0" lvl="0" indent="0"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300" b="1"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Engagement Options</a:t>
            </a:r>
            <a:endParaRPr kumimoji="0" lang="en-AU" sz="13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endParaRPr>
          </a:p>
          <a:p>
            <a:pPr marL="342900" marR="0" lvl="0" indent="-342900" algn="l" defTabSz="914411" rtl="0" eaLnBrk="1" fontAlgn="auto" latinLnBrk="0" hangingPunct="1">
              <a:lnSpc>
                <a:spcPct val="100000"/>
              </a:lnSpc>
              <a:spcBef>
                <a:spcPts val="0"/>
              </a:spcBef>
              <a:spcAft>
                <a:spcPts val="0"/>
              </a:spcAft>
              <a:buClrTx/>
              <a:buSzPts val="1000"/>
              <a:buFont typeface="Symbol" panose="05050102010706020507" pitchFamily="18" charset="2"/>
              <a:buChar char=""/>
              <a:tabLst>
                <a:tab pos="457200" algn="l"/>
              </a:tabLst>
              <a:defRPr/>
            </a:pPr>
            <a:endParaRPr kumimoji="0" lang="en-AU" sz="1300" b="1"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endParaRPr>
          </a:p>
          <a:p>
            <a:pPr marL="342900" marR="0" lvl="0" indent="-342900" algn="l" defTabSz="914411" rtl="0" eaLnBrk="1" fontAlgn="auto" latinLnBrk="0" hangingPunct="1">
              <a:lnSpc>
                <a:spcPct val="100000"/>
              </a:lnSpc>
              <a:spcBef>
                <a:spcPts val="0"/>
              </a:spcBef>
              <a:spcAft>
                <a:spcPts val="0"/>
              </a:spcAft>
              <a:buClrTx/>
              <a:buSzPts val="1000"/>
              <a:buFont typeface="Symbol" panose="05050102010706020507" pitchFamily="18" charset="2"/>
              <a:buChar char=""/>
              <a:tabLst>
                <a:tab pos="457200" algn="l"/>
              </a:tabLst>
              <a:defRPr/>
            </a:pPr>
            <a:r>
              <a:rPr kumimoji="0" lang="en-AU" sz="1300" b="1"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rPr>
              <a:t>Advisory</a:t>
            </a:r>
            <a:r>
              <a:rPr kumimoji="0" lang="en-AU" sz="1300" b="0"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rPr>
              <a:t> </a:t>
            </a:r>
            <a:r>
              <a:rPr kumimoji="0" lang="en-AU" sz="13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 technical and commercial advice, reviews, studies, and owner’s team support</a:t>
            </a:r>
          </a:p>
          <a:p>
            <a:pPr marL="342900" marR="0" lvl="0" indent="-342900" algn="l" defTabSz="914411" rtl="0" eaLnBrk="1" fontAlgn="auto" latinLnBrk="0" hangingPunct="1">
              <a:lnSpc>
                <a:spcPct val="100000"/>
              </a:lnSpc>
              <a:spcBef>
                <a:spcPts val="0"/>
              </a:spcBef>
              <a:spcAft>
                <a:spcPts val="0"/>
              </a:spcAft>
              <a:buClrTx/>
              <a:buSzPts val="1000"/>
              <a:buFont typeface="Symbol" panose="05050102010706020507" pitchFamily="18" charset="2"/>
              <a:buChar char=""/>
              <a:tabLst>
                <a:tab pos="457200" algn="l"/>
              </a:tabLst>
              <a:defRPr/>
            </a:pPr>
            <a:r>
              <a:rPr kumimoji="0" lang="en-AU" sz="1300" b="1"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rPr>
              <a:t>EPCM</a:t>
            </a:r>
            <a:r>
              <a:rPr kumimoji="0" lang="en-AU" sz="13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 – integrated delivery of engineering, procurement, construction management, and commissioning</a:t>
            </a:r>
          </a:p>
          <a:p>
            <a:pPr marL="342900" marR="0" lvl="0" indent="-342900" algn="l" defTabSz="914411" rtl="0" eaLnBrk="1" fontAlgn="auto" latinLnBrk="0" hangingPunct="1">
              <a:lnSpc>
                <a:spcPct val="100000"/>
              </a:lnSpc>
              <a:spcBef>
                <a:spcPts val="0"/>
              </a:spcBef>
              <a:spcAft>
                <a:spcPts val="0"/>
              </a:spcAft>
              <a:buClrTx/>
              <a:buSzPts val="1000"/>
              <a:buFont typeface="Symbol" panose="05050102010706020507" pitchFamily="18" charset="2"/>
              <a:buChar char=""/>
              <a:tabLst>
                <a:tab pos="457200" algn="l"/>
              </a:tabLst>
              <a:defRPr/>
            </a:pPr>
            <a:r>
              <a:rPr kumimoji="0" lang="en-AU" sz="1300" b="1"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rPr>
              <a:t>Embedded Teams </a:t>
            </a:r>
            <a:r>
              <a:rPr kumimoji="0" lang="en-AU" sz="13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 MSV personnel embedded within client teams for targeted capability and continuity</a:t>
            </a:r>
          </a:p>
          <a:p>
            <a:pPr marL="342900" marR="0" lvl="0" indent="-342900" algn="l" defTabSz="914411" rtl="0" eaLnBrk="1" fontAlgn="auto" latinLnBrk="0" hangingPunct="1">
              <a:lnSpc>
                <a:spcPct val="100000"/>
              </a:lnSpc>
              <a:spcBef>
                <a:spcPts val="0"/>
              </a:spcBef>
              <a:spcAft>
                <a:spcPts val="0"/>
              </a:spcAft>
              <a:buClrTx/>
              <a:buSzPts val="1000"/>
              <a:buFont typeface="Symbol" panose="05050102010706020507" pitchFamily="18" charset="2"/>
              <a:buChar char=""/>
              <a:tabLst>
                <a:tab pos="457200" algn="l"/>
              </a:tabLst>
              <a:defRPr/>
            </a:pPr>
            <a:endParaRPr lang="en-AU" sz="1300" kern="100" dirty="0">
              <a:solidFill>
                <a:prstClr val="black"/>
              </a:solidFill>
              <a:latin typeface="Montserrat" panose="00000500000000000000" pitchFamily="2"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071ECADC-AE9A-F56F-77A6-633635EC3051}"/>
              </a:ext>
            </a:extLst>
          </p:cNvPr>
          <p:cNvSpPr txBox="1"/>
          <p:nvPr/>
        </p:nvSpPr>
        <p:spPr>
          <a:xfrm>
            <a:off x="942974" y="2971089"/>
            <a:ext cx="10086975" cy="1292662"/>
          </a:xfrm>
          <a:prstGeom prst="rect">
            <a:avLst/>
          </a:prstGeom>
          <a:solidFill>
            <a:schemeClr val="bg2">
              <a:lumMod val="90000"/>
              <a:alpha val="40000"/>
            </a:schemeClr>
          </a:solidFill>
        </p:spPr>
        <p:txBody>
          <a:bodyPr wrap="square">
            <a:spAutoFit/>
          </a:bodyPr>
          <a:lstStyle/>
          <a:p>
            <a:pPr marL="228604" marR="0" lvl="0" indent="-228604"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300" b="1"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Phase-Based Support</a:t>
            </a:r>
            <a:endParaRPr kumimoji="0" lang="en-AU" sz="13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endParaRPr>
          </a:p>
          <a:p>
            <a:pPr marR="0" lvl="0" algn="l" defTabSz="914411" rtl="0" eaLnBrk="1" fontAlgn="auto" latinLnBrk="0" hangingPunct="1">
              <a:lnSpc>
                <a:spcPct val="100000"/>
              </a:lnSpc>
              <a:spcBef>
                <a:spcPts val="0"/>
              </a:spcBef>
              <a:spcAft>
                <a:spcPts val="0"/>
              </a:spcAft>
              <a:buClrTx/>
              <a:buSzPts val="1000"/>
              <a:tabLst>
                <a:tab pos="457200" algn="l"/>
              </a:tabLst>
              <a:defRPr/>
            </a:pPr>
            <a:endParaRPr kumimoji="0" lang="en-AU" sz="1300" b="1"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endParaRPr>
          </a:p>
          <a:p>
            <a:pPr marL="342900" marR="0" lvl="0" indent="-342900" algn="l" defTabSz="914411" rtl="0" eaLnBrk="1" fontAlgn="auto" latinLnBrk="0" hangingPunct="1">
              <a:lnSpc>
                <a:spcPct val="100000"/>
              </a:lnSpc>
              <a:spcBef>
                <a:spcPts val="0"/>
              </a:spcBef>
              <a:spcAft>
                <a:spcPts val="0"/>
              </a:spcAft>
              <a:buClrTx/>
              <a:buSzPts val="1000"/>
              <a:buFont typeface="Symbol" panose="05050102010706020507" pitchFamily="18" charset="2"/>
              <a:buChar char=""/>
              <a:tabLst>
                <a:tab pos="457200" algn="l"/>
              </a:tabLst>
              <a:defRPr/>
            </a:pPr>
            <a:r>
              <a:rPr kumimoji="0" lang="en-AU" sz="1300" b="1"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rPr>
              <a:t>Exploration</a:t>
            </a:r>
            <a:r>
              <a:rPr kumimoji="0" lang="en-AU" sz="13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 – program design, execution, and reporting</a:t>
            </a:r>
          </a:p>
          <a:p>
            <a:pPr marL="342900" marR="0" lvl="0" indent="-342900" algn="l" defTabSz="914411" rtl="0" eaLnBrk="1" fontAlgn="auto" latinLnBrk="0" hangingPunct="1">
              <a:lnSpc>
                <a:spcPct val="100000"/>
              </a:lnSpc>
              <a:spcBef>
                <a:spcPts val="0"/>
              </a:spcBef>
              <a:spcAft>
                <a:spcPts val="0"/>
              </a:spcAft>
              <a:buClrTx/>
              <a:buSzPts val="1000"/>
              <a:buFont typeface="Symbol" panose="05050102010706020507" pitchFamily="18" charset="2"/>
              <a:buChar char=""/>
              <a:tabLst>
                <a:tab pos="457200" algn="l"/>
              </a:tabLst>
              <a:defRPr/>
            </a:pPr>
            <a:r>
              <a:rPr kumimoji="0" lang="en-AU" sz="1300" b="1"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rPr>
              <a:t>Studies &amp; Development</a:t>
            </a:r>
            <a:r>
              <a:rPr kumimoji="0" lang="en-AU" sz="1300" b="0"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rPr>
              <a:t> </a:t>
            </a:r>
            <a:r>
              <a:rPr kumimoji="0" lang="en-AU" sz="13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 resource, reserve, mine planning, project definition</a:t>
            </a:r>
          </a:p>
          <a:p>
            <a:pPr marL="342900" marR="0" lvl="0" indent="-342900" algn="l" defTabSz="914411" rtl="0" eaLnBrk="1" fontAlgn="auto" latinLnBrk="0" hangingPunct="1">
              <a:lnSpc>
                <a:spcPct val="100000"/>
              </a:lnSpc>
              <a:spcBef>
                <a:spcPts val="0"/>
              </a:spcBef>
              <a:spcAft>
                <a:spcPts val="0"/>
              </a:spcAft>
              <a:buClrTx/>
              <a:buSzPts val="1000"/>
              <a:buFont typeface="Symbol" panose="05050102010706020507" pitchFamily="18" charset="2"/>
              <a:buChar char=""/>
              <a:tabLst>
                <a:tab pos="457200" algn="l"/>
              </a:tabLst>
              <a:defRPr/>
            </a:pPr>
            <a:r>
              <a:rPr kumimoji="0" lang="en-AU" sz="1300" b="1"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rPr>
              <a:t>Execution</a:t>
            </a:r>
            <a:r>
              <a:rPr kumimoji="0" lang="en-AU" sz="13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 – EPCM delivery and owner’s team representation</a:t>
            </a:r>
          </a:p>
          <a:p>
            <a:pPr marL="342900" marR="0" lvl="0" indent="-342900" algn="l" defTabSz="914411" rtl="0" eaLnBrk="1" fontAlgn="auto" latinLnBrk="0" hangingPunct="1">
              <a:lnSpc>
                <a:spcPct val="100000"/>
              </a:lnSpc>
              <a:spcBef>
                <a:spcPts val="0"/>
              </a:spcBef>
              <a:spcAft>
                <a:spcPts val="0"/>
              </a:spcAft>
              <a:buClrTx/>
              <a:buSzPts val="1000"/>
              <a:buFont typeface="Symbol" panose="05050102010706020507" pitchFamily="18" charset="2"/>
              <a:buChar char=""/>
              <a:tabLst>
                <a:tab pos="457200" algn="l"/>
              </a:tabLst>
              <a:defRPr/>
            </a:pPr>
            <a:r>
              <a:rPr kumimoji="0" lang="en-AU" sz="1300" b="1"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rPr>
              <a:t>Operations</a:t>
            </a:r>
            <a:r>
              <a:rPr kumimoji="0" lang="en-AU" sz="13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 – operational readiness, ramp-up, and optimisation</a:t>
            </a:r>
          </a:p>
        </p:txBody>
      </p:sp>
      <p:sp>
        <p:nvSpPr>
          <p:cNvPr id="10" name="TextBox 9">
            <a:extLst>
              <a:ext uri="{FF2B5EF4-FFF2-40B4-BE49-F238E27FC236}">
                <a16:creationId xmlns:a16="http://schemas.microsoft.com/office/drawing/2014/main" id="{4FD67D47-6517-F288-1447-6AA7DD910CEA}"/>
              </a:ext>
            </a:extLst>
          </p:cNvPr>
          <p:cNvSpPr txBox="1"/>
          <p:nvPr/>
        </p:nvSpPr>
        <p:spPr>
          <a:xfrm>
            <a:off x="942973" y="4337034"/>
            <a:ext cx="10086975" cy="1292662"/>
          </a:xfrm>
          <a:prstGeom prst="rect">
            <a:avLst/>
          </a:prstGeom>
          <a:solidFill>
            <a:schemeClr val="accent2">
              <a:lumMod val="40000"/>
              <a:lumOff val="60000"/>
              <a:alpha val="40000"/>
            </a:schemeClr>
          </a:solidFill>
        </p:spPr>
        <p:txBody>
          <a:bodyPr wrap="square">
            <a:spAutoFit/>
          </a:bodyPr>
          <a:lstStyle/>
          <a:p>
            <a:pPr marL="228604" marR="0" lvl="0" indent="-228604"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300" b="1"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Commercial Structures</a:t>
            </a:r>
            <a:endParaRPr kumimoji="0" lang="en-AU" sz="13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endParaRPr>
          </a:p>
          <a:p>
            <a:pPr marL="228604" marR="0" lvl="0" indent="-228604" algn="l"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300" b="1"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 </a:t>
            </a:r>
            <a:endParaRPr kumimoji="0" lang="en-AU" sz="13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endParaRPr>
          </a:p>
          <a:p>
            <a:pPr marL="342900" marR="0" lvl="0" indent="-342900" algn="l" defTabSz="914411"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AU" sz="1300" b="1"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rPr>
              <a:t>Fee-for-Service</a:t>
            </a:r>
            <a:r>
              <a:rPr kumimoji="0" lang="en-AU" sz="13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 - MSV’s primary engagement model</a:t>
            </a:r>
          </a:p>
          <a:p>
            <a:pPr marL="342900" marR="0" lvl="0" indent="-342900" algn="l" defTabSz="914411"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AU" sz="1300" b="1"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rPr>
              <a:t>Equity Participation</a:t>
            </a:r>
            <a:r>
              <a:rPr kumimoji="0" lang="en-AU" sz="1300" b="0" i="0" u="none" strike="noStrike" kern="100" cap="none" spc="0" normalizeH="0" baseline="0" noProof="0" dirty="0">
                <a:ln>
                  <a:noFill/>
                </a:ln>
                <a:solidFill>
                  <a:schemeClr val="tx1">
                    <a:lumMod val="65000"/>
                    <a:lumOff val="35000"/>
                  </a:schemeClr>
                </a:solidFill>
                <a:effectLst/>
                <a:uLnTx/>
                <a:uFillTx/>
                <a:latin typeface="Montserrat" panose="00000500000000000000" pitchFamily="2" charset="0"/>
                <a:ea typeface="Aptos" panose="020B0004020202020204" pitchFamily="34" charset="0"/>
                <a:cs typeface="Times New Roman" panose="02020603050405020304" pitchFamily="18" charset="0"/>
              </a:rPr>
              <a:t> </a:t>
            </a:r>
            <a:r>
              <a:rPr kumimoji="0" lang="en-AU" sz="1300" b="0" i="0" u="none" strike="noStrike" kern="100" cap="none" spc="0" normalizeH="0" baseline="0" noProof="0" dirty="0">
                <a:ln>
                  <a:noFill/>
                </a:ln>
                <a:solidFill>
                  <a:prstClr val="black"/>
                </a:solidFill>
                <a:effectLst/>
                <a:uLnTx/>
                <a:uFillTx/>
                <a:latin typeface="Montserrat" panose="00000500000000000000" pitchFamily="2" charset="0"/>
                <a:ea typeface="Aptos" panose="020B0004020202020204" pitchFamily="34" charset="0"/>
                <a:cs typeface="Times New Roman" panose="02020603050405020304" pitchFamily="18" charset="0"/>
              </a:rPr>
              <a:t>- selectively considered for the right projects where long-term alignment and material value contribution exist</a:t>
            </a:r>
          </a:p>
          <a:p>
            <a:pPr marR="0" lvl="0" algn="l" defTabSz="914411" rtl="0" eaLnBrk="1" fontAlgn="auto" latinLnBrk="0" hangingPunct="1">
              <a:lnSpc>
                <a:spcPct val="100000"/>
              </a:lnSpc>
              <a:spcBef>
                <a:spcPts val="0"/>
              </a:spcBef>
              <a:spcAft>
                <a:spcPts val="0"/>
              </a:spcAft>
              <a:buClrTx/>
              <a:buSzTx/>
              <a:tabLst/>
              <a:defRPr/>
            </a:pPr>
            <a:endParaRPr lang="en-AU" sz="1300" dirty="0"/>
          </a:p>
        </p:txBody>
      </p:sp>
      <p:sp>
        <p:nvSpPr>
          <p:cNvPr id="12" name="TextBox 11">
            <a:extLst>
              <a:ext uri="{FF2B5EF4-FFF2-40B4-BE49-F238E27FC236}">
                <a16:creationId xmlns:a16="http://schemas.microsoft.com/office/drawing/2014/main" id="{A76DA111-85D4-06B7-3B5F-625597295D01}"/>
              </a:ext>
            </a:extLst>
          </p:cNvPr>
          <p:cNvSpPr txBox="1"/>
          <p:nvPr/>
        </p:nvSpPr>
        <p:spPr>
          <a:xfrm>
            <a:off x="942974" y="5846754"/>
            <a:ext cx="10086974" cy="523220"/>
          </a:xfrm>
          <a:prstGeom prst="rect">
            <a:avLst/>
          </a:prstGeom>
          <a:noFill/>
        </p:spPr>
        <p:txBody>
          <a:bodyPr wrap="square">
            <a:spAutoFit/>
          </a:bodyPr>
          <a:lstStyle/>
          <a:p>
            <a:pPr marL="0" marR="0" lvl="0" indent="0" algn="ctr" defTabSz="914411"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1400" b="1" i="0" u="none" strike="noStrike" kern="100" cap="none" spc="0" normalizeH="0" baseline="0" noProof="0" dirty="0">
                <a:ln>
                  <a:noFill/>
                </a:ln>
                <a:solidFill>
                  <a:srgbClr val="CEDBE6">
                    <a:lumMod val="25000"/>
                  </a:srgbClr>
                </a:solidFill>
                <a:effectLst/>
                <a:uLnTx/>
                <a:uFillTx/>
                <a:latin typeface="Montserrat" panose="00000500000000000000" pitchFamily="2" charset="0"/>
                <a:ea typeface="Aptos" panose="020B0004020202020204" pitchFamily="34" charset="0"/>
                <a:cs typeface="Times New Roman" panose="02020603050405020304" pitchFamily="18" charset="0"/>
              </a:rPr>
              <a:t>Across all engagement models, MSV delivers practical, cost-effective solutions to international standards, aligned with local operating conditions and project objectives.</a:t>
            </a:r>
          </a:p>
        </p:txBody>
      </p:sp>
    </p:spTree>
    <p:extLst>
      <p:ext uri="{BB962C8B-B14F-4D97-AF65-F5344CB8AC3E}">
        <p14:creationId xmlns:p14="http://schemas.microsoft.com/office/powerpoint/2010/main" val="630034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51294-7B85-D796-DB67-89F52D7B30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F118E9-8548-A9B4-3DBD-C319C207CD64}"/>
              </a:ext>
            </a:extLst>
          </p:cNvPr>
          <p:cNvSpPr>
            <a:spLocks noGrp="1"/>
          </p:cNvSpPr>
          <p:nvPr>
            <p:ph type="sldNum" sz="quarter" idx="10"/>
          </p:nvPr>
        </p:nvSpPr>
        <p:spPr/>
        <p:txBody>
          <a:bodyPr/>
          <a:lstStyle/>
          <a:p>
            <a:fld id="{48F58942-C054-464B-9F58-C6B1F5B60348}" type="slidenum">
              <a:rPr lang="en-AU" smtClean="0"/>
              <a:t>10</a:t>
            </a:fld>
            <a:endParaRPr lang="en-AU"/>
          </a:p>
        </p:txBody>
      </p:sp>
      <p:sp>
        <p:nvSpPr>
          <p:cNvPr id="3" name="Title 2">
            <a:extLst>
              <a:ext uri="{FF2B5EF4-FFF2-40B4-BE49-F238E27FC236}">
                <a16:creationId xmlns:a16="http://schemas.microsoft.com/office/drawing/2014/main" id="{85799AD1-7973-CDDE-B308-A16F0F0B5414}"/>
              </a:ext>
            </a:extLst>
          </p:cNvPr>
          <p:cNvSpPr>
            <a:spLocks noGrp="1"/>
          </p:cNvSpPr>
          <p:nvPr>
            <p:ph type="title"/>
          </p:nvPr>
        </p:nvSpPr>
        <p:spPr>
          <a:xfrm>
            <a:off x="609601" y="3215462"/>
            <a:ext cx="4810124" cy="452560"/>
          </a:xfrm>
        </p:spPr>
        <p:txBody>
          <a:bodyPr/>
          <a:lstStyle/>
          <a:p>
            <a:r>
              <a:rPr lang="en-US" dirty="0"/>
              <a:t>Our Projects</a:t>
            </a:r>
            <a:endParaRPr lang="en-AU" dirty="0"/>
          </a:p>
        </p:txBody>
      </p:sp>
    </p:spTree>
    <p:extLst>
      <p:ext uri="{BB962C8B-B14F-4D97-AF65-F5344CB8AC3E}">
        <p14:creationId xmlns:p14="http://schemas.microsoft.com/office/powerpoint/2010/main" val="1210889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964FA086-38B0-732D-72B8-E13BA6315FAC}"/>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0905" r="20905"/>
          <a:stretch>
            <a:fillRect/>
          </a:stretch>
        </p:blipFill>
        <p:spPr>
          <a:xfrm>
            <a:off x="6634163" y="0"/>
            <a:ext cx="5557837" cy="6858000"/>
          </a:xfrm>
        </p:spPr>
      </p:pic>
      <p:sp>
        <p:nvSpPr>
          <p:cNvPr id="4" name="Title 3">
            <a:extLst>
              <a:ext uri="{FF2B5EF4-FFF2-40B4-BE49-F238E27FC236}">
                <a16:creationId xmlns:a16="http://schemas.microsoft.com/office/drawing/2014/main" id="{5F8CCCDE-63AB-BDE0-E9D7-813D4025319D}"/>
              </a:ext>
            </a:extLst>
          </p:cNvPr>
          <p:cNvSpPr>
            <a:spLocks noGrp="1"/>
          </p:cNvSpPr>
          <p:nvPr>
            <p:ph type="title"/>
          </p:nvPr>
        </p:nvSpPr>
        <p:spPr/>
        <p:txBody>
          <a:bodyPr/>
          <a:lstStyle/>
          <a:p>
            <a:r>
              <a:rPr lang="en-US" dirty="0"/>
              <a:t>Project 1 - Cambodia</a:t>
            </a:r>
            <a:endParaRPr lang="en-AU" dirty="0"/>
          </a:p>
        </p:txBody>
      </p:sp>
      <p:graphicFrame>
        <p:nvGraphicFramePr>
          <p:cNvPr id="7" name="Table 6">
            <a:extLst>
              <a:ext uri="{FF2B5EF4-FFF2-40B4-BE49-F238E27FC236}">
                <a16:creationId xmlns:a16="http://schemas.microsoft.com/office/drawing/2014/main" id="{E62A12E6-E4A4-2BBA-155D-EA6A8F279B8A}"/>
              </a:ext>
            </a:extLst>
          </p:cNvPr>
          <p:cNvGraphicFramePr>
            <a:graphicFrameLocks noGrp="1"/>
          </p:cNvGraphicFramePr>
          <p:nvPr>
            <p:extLst>
              <p:ext uri="{D42A27DB-BD31-4B8C-83A1-F6EECF244321}">
                <p14:modId xmlns:p14="http://schemas.microsoft.com/office/powerpoint/2010/main" val="2921888583"/>
              </p:ext>
            </p:extLst>
          </p:nvPr>
        </p:nvGraphicFramePr>
        <p:xfrm>
          <a:off x="366863" y="1523646"/>
          <a:ext cx="6384290" cy="1806244"/>
        </p:xfrm>
        <a:graphic>
          <a:graphicData uri="http://schemas.openxmlformats.org/drawingml/2006/table">
            <a:tbl>
              <a:tblPr firstRow="1" firstCol="1" bandRow="1"/>
              <a:tblGrid>
                <a:gridCol w="1076960">
                  <a:extLst>
                    <a:ext uri="{9D8B030D-6E8A-4147-A177-3AD203B41FA5}">
                      <a16:colId xmlns:a16="http://schemas.microsoft.com/office/drawing/2014/main" val="1344779373"/>
                    </a:ext>
                  </a:extLst>
                </a:gridCol>
                <a:gridCol w="5307330">
                  <a:extLst>
                    <a:ext uri="{9D8B030D-6E8A-4147-A177-3AD203B41FA5}">
                      <a16:colId xmlns:a16="http://schemas.microsoft.com/office/drawing/2014/main" val="2672945343"/>
                    </a:ext>
                  </a:extLst>
                </a:gridCol>
              </a:tblGrid>
              <a:tr h="299089">
                <a:tc>
                  <a:txBody>
                    <a:bodyPr/>
                    <a:lstStyle/>
                    <a:p>
                      <a:pPr>
                        <a:lnSpc>
                          <a:spcPct val="100000"/>
                        </a:lnSpc>
                        <a:spcAft>
                          <a:spcPts val="0"/>
                        </a:spcAft>
                        <a:buNone/>
                      </a:pPr>
                      <a:r>
                        <a:rPr lang="en-US" sz="1100" b="1" kern="100" dirty="0">
                          <a:effectLst/>
                          <a:latin typeface="Montserrat" pitchFamily="2" charset="0"/>
                          <a:ea typeface="Aptos" panose="020B0004020202020204" pitchFamily="34" charset="0"/>
                          <a:cs typeface="Times New Roman" panose="02020603050405020304" pitchFamily="18" charset="0"/>
                        </a:rPr>
                        <a:t>Client</a:t>
                      </a:r>
                      <a:endParaRPr lang="en-AU"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0000"/>
                        </a:lnSpc>
                        <a:spcAft>
                          <a:spcPts val="0"/>
                        </a:spcAft>
                        <a:buNone/>
                      </a:pPr>
                      <a:r>
                        <a:rPr lang="en-US" sz="1100" kern="100" dirty="0">
                          <a:effectLst/>
                          <a:latin typeface="Montserrat" pitchFamily="2" charset="0"/>
                          <a:ea typeface="Aptos" panose="020B0004020202020204" pitchFamily="34" charset="0"/>
                          <a:cs typeface="Times New Roman" panose="02020603050405020304" pitchFamily="18" charset="0"/>
                        </a:rPr>
                        <a:t>Sambo Cambodia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2857456"/>
                  </a:ext>
                </a:extLst>
              </a:tr>
              <a:tr h="358613">
                <a:tc>
                  <a:txBody>
                    <a:bodyPr/>
                    <a:lstStyle/>
                    <a:p>
                      <a:pPr>
                        <a:lnSpc>
                          <a:spcPct val="100000"/>
                        </a:lnSpc>
                        <a:spcAft>
                          <a:spcPts val="0"/>
                        </a:spcAft>
                        <a:buNone/>
                      </a:pPr>
                      <a:r>
                        <a:rPr lang="en-US" sz="1100" b="1" kern="100">
                          <a:effectLst/>
                          <a:latin typeface="Montserrat" pitchFamily="2" charset="0"/>
                          <a:ea typeface="Aptos" panose="020B0004020202020204" pitchFamily="34" charset="0"/>
                          <a:cs typeface="Times New Roman" panose="02020603050405020304" pitchFamily="18" charset="0"/>
                        </a:rPr>
                        <a:t>Country</a:t>
                      </a:r>
                      <a:endParaRPr lang="en-AU"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0000"/>
                        </a:lnSpc>
                        <a:spcAft>
                          <a:spcPts val="0"/>
                        </a:spcAft>
                        <a:buNone/>
                      </a:pPr>
                      <a:r>
                        <a:rPr lang="en-US" sz="1100" kern="100" dirty="0">
                          <a:effectLst/>
                          <a:latin typeface="Montserrat" pitchFamily="2" charset="0"/>
                          <a:ea typeface="Aptos" panose="020B0004020202020204" pitchFamily="34" charset="0"/>
                          <a:cs typeface="Times New Roman" panose="02020603050405020304" pitchFamily="18" charset="0"/>
                        </a:rPr>
                        <a:t>Cambodia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5627775"/>
                  </a:ext>
                </a:extLst>
              </a:tr>
              <a:tr h="431316">
                <a:tc>
                  <a:txBody>
                    <a:bodyPr/>
                    <a:lstStyle/>
                    <a:p>
                      <a:pPr>
                        <a:lnSpc>
                          <a:spcPct val="100000"/>
                        </a:lnSpc>
                        <a:spcAft>
                          <a:spcPts val="0"/>
                        </a:spcAft>
                        <a:buNone/>
                      </a:pPr>
                      <a:r>
                        <a:rPr lang="en-US" sz="1100" b="1" kern="100">
                          <a:effectLst/>
                          <a:latin typeface="Montserrat" pitchFamily="2" charset="0"/>
                          <a:ea typeface="Aptos" panose="020B0004020202020204" pitchFamily="34" charset="0"/>
                          <a:cs typeface="Times New Roman" panose="02020603050405020304" pitchFamily="18" charset="0"/>
                        </a:rPr>
                        <a:t>Description</a:t>
                      </a:r>
                      <a:endParaRPr lang="en-AU"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0000"/>
                        </a:lnSpc>
                        <a:spcAft>
                          <a:spcPts val="0"/>
                        </a:spcAft>
                        <a:buNone/>
                      </a:pPr>
                      <a:r>
                        <a:rPr lang="en-US" sz="1100" kern="100" dirty="0">
                          <a:effectLst/>
                          <a:latin typeface="Montserrat" pitchFamily="2" charset="0"/>
                          <a:ea typeface="Aptos" panose="020B0004020202020204" pitchFamily="34" charset="0"/>
                          <a:cs typeface="Times New Roman" panose="02020603050405020304" pitchFamily="18" charset="0"/>
                        </a:rPr>
                        <a:t>Providing the client with a full suite of services to take their project from exploration through to production.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6727708"/>
                  </a:ext>
                </a:extLst>
              </a:tr>
              <a:tr h="358613">
                <a:tc>
                  <a:txBody>
                    <a:bodyPr/>
                    <a:lstStyle/>
                    <a:p>
                      <a:pPr>
                        <a:lnSpc>
                          <a:spcPct val="100000"/>
                        </a:lnSpc>
                        <a:spcAft>
                          <a:spcPts val="0"/>
                        </a:spcAft>
                        <a:buNone/>
                      </a:pPr>
                      <a:r>
                        <a:rPr lang="en-US" sz="1100" b="1" kern="100">
                          <a:effectLst/>
                          <a:latin typeface="Montserrat" pitchFamily="2" charset="0"/>
                          <a:ea typeface="Aptos" panose="020B0004020202020204" pitchFamily="34" charset="0"/>
                          <a:cs typeface="Times New Roman" panose="02020603050405020304" pitchFamily="18" charset="0"/>
                        </a:rPr>
                        <a:t>Commodity</a:t>
                      </a:r>
                      <a:endParaRPr lang="en-AU"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0000"/>
                        </a:lnSpc>
                        <a:spcAft>
                          <a:spcPts val="0"/>
                        </a:spcAft>
                        <a:buNone/>
                      </a:pPr>
                      <a:r>
                        <a:rPr lang="en-US" sz="1100" kern="100" dirty="0">
                          <a:effectLst/>
                          <a:latin typeface="Montserrat" pitchFamily="2" charset="0"/>
                          <a:ea typeface="Aptos" panose="020B0004020202020204" pitchFamily="34" charset="0"/>
                          <a:cs typeface="Times New Roman" panose="02020603050405020304" pitchFamily="18" charset="0"/>
                        </a:rPr>
                        <a:t>Gold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749754"/>
                  </a:ext>
                </a:extLst>
              </a:tr>
              <a:tr h="358613">
                <a:tc>
                  <a:txBody>
                    <a:bodyPr/>
                    <a:lstStyle/>
                    <a:p>
                      <a:pPr>
                        <a:lnSpc>
                          <a:spcPct val="100000"/>
                        </a:lnSpc>
                        <a:spcAft>
                          <a:spcPts val="0"/>
                        </a:spcAft>
                        <a:buNone/>
                      </a:pPr>
                      <a:r>
                        <a:rPr lang="en-US" sz="1100" b="1" kern="100">
                          <a:effectLst/>
                          <a:latin typeface="Montserrat" pitchFamily="2" charset="0"/>
                          <a:ea typeface="Aptos" panose="020B0004020202020204" pitchFamily="34" charset="0"/>
                          <a:cs typeface="Times New Roman" panose="02020603050405020304" pitchFamily="18" charset="0"/>
                        </a:rPr>
                        <a:t>Status</a:t>
                      </a:r>
                      <a:endParaRPr lang="en-AU"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0000"/>
                        </a:lnSpc>
                        <a:spcAft>
                          <a:spcPts val="0"/>
                        </a:spcAft>
                        <a:buNone/>
                      </a:pPr>
                      <a:r>
                        <a:rPr lang="en-US" sz="1100" kern="100" dirty="0">
                          <a:effectLst/>
                          <a:latin typeface="Montserrat" pitchFamily="2" charset="0"/>
                          <a:ea typeface="Aptos" panose="020B0004020202020204" pitchFamily="34" charset="0"/>
                          <a:cs typeface="Times New Roman" panose="02020603050405020304" pitchFamily="18" charset="0"/>
                        </a:rPr>
                        <a:t>Aug 2025 – ongoing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4778122"/>
                  </a:ext>
                </a:extLst>
              </a:tr>
            </a:tbl>
          </a:graphicData>
        </a:graphic>
      </p:graphicFrame>
      <p:graphicFrame>
        <p:nvGraphicFramePr>
          <p:cNvPr id="8" name="Table 7">
            <a:extLst>
              <a:ext uri="{FF2B5EF4-FFF2-40B4-BE49-F238E27FC236}">
                <a16:creationId xmlns:a16="http://schemas.microsoft.com/office/drawing/2014/main" id="{00E8041D-96CF-DDB3-D092-3AD062B17EF1}"/>
              </a:ext>
            </a:extLst>
          </p:cNvPr>
          <p:cNvGraphicFramePr>
            <a:graphicFrameLocks noGrp="1"/>
          </p:cNvGraphicFramePr>
          <p:nvPr>
            <p:extLst>
              <p:ext uri="{D42A27DB-BD31-4B8C-83A1-F6EECF244321}">
                <p14:modId xmlns:p14="http://schemas.microsoft.com/office/powerpoint/2010/main" val="308239328"/>
              </p:ext>
            </p:extLst>
          </p:nvPr>
        </p:nvGraphicFramePr>
        <p:xfrm>
          <a:off x="366862" y="3956141"/>
          <a:ext cx="6384291" cy="1335711"/>
        </p:xfrm>
        <a:graphic>
          <a:graphicData uri="http://schemas.openxmlformats.org/drawingml/2006/table">
            <a:tbl>
              <a:tblPr firstRow="1" firstCol="1" bandRow="1"/>
              <a:tblGrid>
                <a:gridCol w="2727594">
                  <a:extLst>
                    <a:ext uri="{9D8B030D-6E8A-4147-A177-3AD203B41FA5}">
                      <a16:colId xmlns:a16="http://schemas.microsoft.com/office/drawing/2014/main" val="3409615031"/>
                    </a:ext>
                  </a:extLst>
                </a:gridCol>
                <a:gridCol w="272888">
                  <a:extLst>
                    <a:ext uri="{9D8B030D-6E8A-4147-A177-3AD203B41FA5}">
                      <a16:colId xmlns:a16="http://schemas.microsoft.com/office/drawing/2014/main" val="256493767"/>
                    </a:ext>
                  </a:extLst>
                </a:gridCol>
                <a:gridCol w="292793">
                  <a:extLst>
                    <a:ext uri="{9D8B030D-6E8A-4147-A177-3AD203B41FA5}">
                      <a16:colId xmlns:a16="http://schemas.microsoft.com/office/drawing/2014/main" val="445410791"/>
                    </a:ext>
                  </a:extLst>
                </a:gridCol>
                <a:gridCol w="2821339">
                  <a:extLst>
                    <a:ext uri="{9D8B030D-6E8A-4147-A177-3AD203B41FA5}">
                      <a16:colId xmlns:a16="http://schemas.microsoft.com/office/drawing/2014/main" val="1937067258"/>
                    </a:ext>
                  </a:extLst>
                </a:gridCol>
                <a:gridCol w="269677">
                  <a:extLst>
                    <a:ext uri="{9D8B030D-6E8A-4147-A177-3AD203B41FA5}">
                      <a16:colId xmlns:a16="http://schemas.microsoft.com/office/drawing/2014/main" val="3755010497"/>
                    </a:ext>
                  </a:extLst>
                </a:gridCol>
              </a:tblGrid>
              <a:tr h="212963">
                <a:tc gridSpan="2">
                  <a:txBody>
                    <a:bodyPr/>
                    <a:lstStyle/>
                    <a:p>
                      <a:pPr algn="ctr">
                        <a:lnSpc>
                          <a:spcPct val="115000"/>
                        </a:lnSpc>
                        <a:spcAft>
                          <a:spcPts val="800"/>
                        </a:spcAft>
                        <a:buNone/>
                      </a:pPr>
                      <a:r>
                        <a:rPr lang="en-US" sz="1000" b="1" kern="100">
                          <a:effectLst/>
                          <a:latin typeface="Montserrat" pitchFamily="2" charset="0"/>
                          <a:ea typeface="Aptos" panose="020B0004020202020204" pitchFamily="34" charset="0"/>
                          <a:cs typeface="Times New Roman" panose="02020603050405020304" pitchFamily="18" charset="0"/>
                        </a:rPr>
                        <a:t>Services</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AU"/>
                    </a:p>
                  </a:txBody>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gridSpan="2">
                  <a:txBody>
                    <a:bodyPr/>
                    <a:lstStyle/>
                    <a:p>
                      <a:pPr algn="ctr">
                        <a:lnSpc>
                          <a:spcPct val="115000"/>
                        </a:lnSpc>
                        <a:spcAft>
                          <a:spcPts val="800"/>
                        </a:spcAft>
                        <a:buNone/>
                      </a:pPr>
                      <a:r>
                        <a:rPr lang="en-US" sz="1000" b="1" kern="100">
                          <a:effectLst/>
                          <a:latin typeface="Montserrat" pitchFamily="2" charset="0"/>
                          <a:ea typeface="Aptos" panose="020B0004020202020204" pitchFamily="34" charset="0"/>
                          <a:cs typeface="Times New Roman" panose="02020603050405020304" pitchFamily="18" charset="0"/>
                        </a:rPr>
                        <a:t>Delivery Model</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AU"/>
                    </a:p>
                  </a:txBody>
                  <a:tcPr/>
                </a:tc>
                <a:extLst>
                  <a:ext uri="{0D108BD9-81ED-4DB2-BD59-A6C34878D82A}">
                    <a16:rowId xmlns:a16="http://schemas.microsoft.com/office/drawing/2014/main" val="3422515527"/>
                  </a:ext>
                </a:extLst>
              </a:tr>
              <a:tr h="280687">
                <a:tc>
                  <a:txBody>
                    <a:bodyPr/>
                    <a:lstStyle/>
                    <a:p>
                      <a:pPr marL="18415">
                        <a:lnSpc>
                          <a:spcPct val="115000"/>
                        </a:lnSpc>
                        <a:spcAft>
                          <a:spcPts val="800"/>
                        </a:spcAft>
                        <a:buNone/>
                      </a:pPr>
                      <a:r>
                        <a:rPr lang="en-AU" sz="1000" kern="100">
                          <a:effectLst/>
                          <a:latin typeface="Montserrat" pitchFamily="2" charset="0"/>
                          <a:ea typeface="Aptos" panose="020B0004020202020204" pitchFamily="34" charset="0"/>
                          <a:cs typeface="Times New Roman" panose="02020603050405020304" pitchFamily="18" charset="0"/>
                        </a:rPr>
                        <a:t>Exploration &amp; Geological Services</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X</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Advisory</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X</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5262911"/>
                  </a:ext>
                </a:extLst>
              </a:tr>
              <a:tr h="280687">
                <a:tc>
                  <a:txBody>
                    <a:bodyPr/>
                    <a:lstStyle/>
                    <a:p>
                      <a:pPr marL="18415">
                        <a:lnSpc>
                          <a:spcPct val="115000"/>
                        </a:lnSpc>
                        <a:spcAft>
                          <a:spcPts val="800"/>
                        </a:spcAft>
                        <a:buNone/>
                      </a:pPr>
                      <a:r>
                        <a:rPr lang="en-AU" sz="1000" kern="100">
                          <a:effectLst/>
                          <a:latin typeface="Montserrat" pitchFamily="2" charset="0"/>
                          <a:ea typeface="Aptos" panose="020B0004020202020204" pitchFamily="34" charset="0"/>
                          <a:cs typeface="Times New Roman" panose="02020603050405020304" pitchFamily="18" charset="0"/>
                        </a:rPr>
                        <a:t>Resource &amp; Reserve Development</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X</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EPCM</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X</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0562905"/>
                  </a:ext>
                </a:extLst>
              </a:tr>
              <a:tr h="280687">
                <a:tc>
                  <a:txBody>
                    <a:bodyPr/>
                    <a:lstStyle/>
                    <a:p>
                      <a:pPr marL="18415">
                        <a:lnSpc>
                          <a:spcPct val="115000"/>
                        </a:lnSpc>
                        <a:spcAft>
                          <a:spcPts val="800"/>
                        </a:spcAft>
                        <a:buNone/>
                      </a:pPr>
                      <a:r>
                        <a:rPr lang="en-AU" sz="1000" kern="100">
                          <a:effectLst/>
                          <a:latin typeface="Montserrat" pitchFamily="2" charset="0"/>
                          <a:ea typeface="Aptos" panose="020B0004020202020204" pitchFamily="34" charset="0"/>
                          <a:cs typeface="Times New Roman" panose="02020603050405020304" pitchFamily="18" charset="0"/>
                        </a:rPr>
                        <a:t>Project Delivery (Owner’s Team &amp; EPCM)</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X</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Embedded Teams</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 </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6149855"/>
                  </a:ext>
                </a:extLst>
              </a:tr>
              <a:tr h="280687">
                <a:tc>
                  <a:txBody>
                    <a:bodyPr/>
                    <a:lstStyle/>
                    <a:p>
                      <a:pPr marL="18415">
                        <a:lnSpc>
                          <a:spcPct val="115000"/>
                        </a:lnSpc>
                        <a:spcAft>
                          <a:spcPts val="800"/>
                        </a:spcAft>
                        <a:buNone/>
                      </a:pPr>
                      <a:r>
                        <a:rPr lang="en-AU" sz="1000" kern="100">
                          <a:effectLst/>
                          <a:latin typeface="Montserrat" pitchFamily="2" charset="0"/>
                          <a:ea typeface="Aptos" panose="020B0004020202020204" pitchFamily="34" charset="0"/>
                          <a:cs typeface="Times New Roman" panose="02020603050405020304" pitchFamily="18" charset="0"/>
                        </a:rPr>
                        <a:t>Operational Readiness &amp; Support</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X</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 </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 </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139780536"/>
                  </a:ext>
                </a:extLst>
              </a:tr>
            </a:tbl>
          </a:graphicData>
        </a:graphic>
      </p:graphicFrame>
      <p:sp>
        <p:nvSpPr>
          <p:cNvPr id="12" name="Slide Number Placeholder 1">
            <a:extLst>
              <a:ext uri="{FF2B5EF4-FFF2-40B4-BE49-F238E27FC236}">
                <a16:creationId xmlns:a16="http://schemas.microsoft.com/office/drawing/2014/main" id="{BAEE18B2-D360-A7F1-0E4D-5E3B1ACD7B86}"/>
              </a:ext>
            </a:extLst>
          </p:cNvPr>
          <p:cNvSpPr txBox="1">
            <a:spLocks/>
          </p:cNvSpPr>
          <p:nvPr/>
        </p:nvSpPr>
        <p:spPr>
          <a:xfrm>
            <a:off x="1" y="6535738"/>
            <a:ext cx="355600" cy="32226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58942-C054-464B-9F58-C6B1F5B60348}" type="slidenum">
              <a:rPr lang="en-AU" sz="1200"/>
              <a:pPr algn="ctr"/>
              <a:t>11</a:t>
            </a:fld>
            <a:endParaRPr lang="en-AU" sz="1200" dirty="0"/>
          </a:p>
        </p:txBody>
      </p:sp>
    </p:spTree>
    <p:extLst>
      <p:ext uri="{BB962C8B-B14F-4D97-AF65-F5344CB8AC3E}">
        <p14:creationId xmlns:p14="http://schemas.microsoft.com/office/powerpoint/2010/main" val="1391829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775C3-26A4-DC0C-AA03-5F58DE9C7EA5}"/>
            </a:ext>
          </a:extLst>
        </p:cNvPr>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6BBB46C0-27D8-F09B-DEC3-CD7BAB6A2936}"/>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5386" r="15386"/>
          <a:stretch/>
        </p:blipFill>
        <p:spPr>
          <a:xfrm>
            <a:off x="6634162" y="0"/>
            <a:ext cx="5619750" cy="6934397"/>
          </a:xfrm>
        </p:spPr>
      </p:pic>
      <p:sp>
        <p:nvSpPr>
          <p:cNvPr id="4" name="Title 3">
            <a:extLst>
              <a:ext uri="{FF2B5EF4-FFF2-40B4-BE49-F238E27FC236}">
                <a16:creationId xmlns:a16="http://schemas.microsoft.com/office/drawing/2014/main" id="{75C9F956-E72C-584A-0154-B4F4AA41E187}"/>
              </a:ext>
            </a:extLst>
          </p:cNvPr>
          <p:cNvSpPr>
            <a:spLocks noGrp="1"/>
          </p:cNvSpPr>
          <p:nvPr>
            <p:ph type="title"/>
          </p:nvPr>
        </p:nvSpPr>
        <p:spPr/>
        <p:txBody>
          <a:bodyPr/>
          <a:lstStyle/>
          <a:p>
            <a:r>
              <a:rPr lang="en-US" dirty="0"/>
              <a:t>Project 2 - Laos</a:t>
            </a:r>
            <a:endParaRPr lang="en-AU" dirty="0"/>
          </a:p>
        </p:txBody>
      </p:sp>
      <p:graphicFrame>
        <p:nvGraphicFramePr>
          <p:cNvPr id="7" name="Table 6">
            <a:extLst>
              <a:ext uri="{FF2B5EF4-FFF2-40B4-BE49-F238E27FC236}">
                <a16:creationId xmlns:a16="http://schemas.microsoft.com/office/drawing/2014/main" id="{EE8840E4-CBF9-9169-3489-55F4A48D7380}"/>
              </a:ext>
            </a:extLst>
          </p:cNvPr>
          <p:cNvGraphicFramePr>
            <a:graphicFrameLocks noGrp="1"/>
          </p:cNvGraphicFramePr>
          <p:nvPr>
            <p:extLst>
              <p:ext uri="{D42A27DB-BD31-4B8C-83A1-F6EECF244321}">
                <p14:modId xmlns:p14="http://schemas.microsoft.com/office/powerpoint/2010/main" val="959225458"/>
              </p:ext>
            </p:extLst>
          </p:nvPr>
        </p:nvGraphicFramePr>
        <p:xfrm>
          <a:off x="366863" y="1523646"/>
          <a:ext cx="6384290" cy="1806244"/>
        </p:xfrm>
        <a:graphic>
          <a:graphicData uri="http://schemas.openxmlformats.org/drawingml/2006/table">
            <a:tbl>
              <a:tblPr firstRow="1" firstCol="1" bandRow="1"/>
              <a:tblGrid>
                <a:gridCol w="1076960">
                  <a:extLst>
                    <a:ext uri="{9D8B030D-6E8A-4147-A177-3AD203B41FA5}">
                      <a16:colId xmlns:a16="http://schemas.microsoft.com/office/drawing/2014/main" val="1344779373"/>
                    </a:ext>
                  </a:extLst>
                </a:gridCol>
                <a:gridCol w="5307330">
                  <a:extLst>
                    <a:ext uri="{9D8B030D-6E8A-4147-A177-3AD203B41FA5}">
                      <a16:colId xmlns:a16="http://schemas.microsoft.com/office/drawing/2014/main" val="2672945343"/>
                    </a:ext>
                  </a:extLst>
                </a:gridCol>
              </a:tblGrid>
              <a:tr h="299089">
                <a:tc>
                  <a:txBody>
                    <a:bodyPr/>
                    <a:lstStyle/>
                    <a:p>
                      <a:pPr>
                        <a:lnSpc>
                          <a:spcPct val="100000"/>
                        </a:lnSpc>
                        <a:spcAft>
                          <a:spcPts val="0"/>
                        </a:spcAft>
                        <a:buNone/>
                      </a:pPr>
                      <a:r>
                        <a:rPr lang="en-US" sz="1100" b="1" kern="100" dirty="0">
                          <a:effectLst/>
                          <a:latin typeface="Montserrat" pitchFamily="2" charset="0"/>
                          <a:ea typeface="Aptos" panose="020B0004020202020204" pitchFamily="34" charset="0"/>
                          <a:cs typeface="Times New Roman" panose="02020603050405020304" pitchFamily="18" charset="0"/>
                        </a:rPr>
                        <a:t>Client</a:t>
                      </a:r>
                      <a:endParaRPr lang="en-AU"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50" kern="100" dirty="0">
                          <a:effectLst/>
                          <a:latin typeface="Montserrat" pitchFamily="2" charset="0"/>
                          <a:ea typeface="Aptos" panose="020B0004020202020204" pitchFamily="34" charset="0"/>
                          <a:cs typeface="Times New Roman" panose="02020603050405020304" pitchFamily="18" charset="0"/>
                        </a:rPr>
                        <a:t>Cavico Laos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2857456"/>
                  </a:ext>
                </a:extLst>
              </a:tr>
              <a:tr h="358613">
                <a:tc>
                  <a:txBody>
                    <a:bodyPr/>
                    <a:lstStyle/>
                    <a:p>
                      <a:pPr>
                        <a:lnSpc>
                          <a:spcPct val="100000"/>
                        </a:lnSpc>
                        <a:spcAft>
                          <a:spcPts val="0"/>
                        </a:spcAft>
                        <a:buNone/>
                      </a:pPr>
                      <a:r>
                        <a:rPr lang="en-US" sz="1100" b="1" kern="100">
                          <a:effectLst/>
                          <a:latin typeface="Montserrat" pitchFamily="2" charset="0"/>
                          <a:ea typeface="Aptos" panose="020B0004020202020204" pitchFamily="34" charset="0"/>
                          <a:cs typeface="Times New Roman" panose="02020603050405020304" pitchFamily="18" charset="0"/>
                        </a:rPr>
                        <a:t>Country</a:t>
                      </a:r>
                      <a:endParaRPr lang="en-AU"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50" kern="100" dirty="0">
                          <a:effectLst/>
                          <a:latin typeface="Montserrat" pitchFamily="2" charset="0"/>
                          <a:ea typeface="Aptos" panose="020B0004020202020204" pitchFamily="34" charset="0"/>
                          <a:cs typeface="Times New Roman" panose="02020603050405020304" pitchFamily="18" charset="0"/>
                        </a:rPr>
                        <a:t>Laos</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5627775"/>
                  </a:ext>
                </a:extLst>
              </a:tr>
              <a:tr h="431316">
                <a:tc>
                  <a:txBody>
                    <a:bodyPr/>
                    <a:lstStyle/>
                    <a:p>
                      <a:pPr>
                        <a:lnSpc>
                          <a:spcPct val="100000"/>
                        </a:lnSpc>
                        <a:spcAft>
                          <a:spcPts val="0"/>
                        </a:spcAft>
                        <a:buNone/>
                      </a:pPr>
                      <a:r>
                        <a:rPr lang="en-US" sz="1100" b="1" kern="100">
                          <a:effectLst/>
                          <a:latin typeface="Montserrat" pitchFamily="2" charset="0"/>
                          <a:ea typeface="Aptos" panose="020B0004020202020204" pitchFamily="34" charset="0"/>
                          <a:cs typeface="Times New Roman" panose="02020603050405020304" pitchFamily="18" charset="0"/>
                        </a:rPr>
                        <a:t>Description</a:t>
                      </a:r>
                      <a:endParaRPr lang="en-AU"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50" kern="100" dirty="0">
                          <a:effectLst/>
                          <a:latin typeface="Montserrat" pitchFamily="2" charset="0"/>
                          <a:ea typeface="Aptos" panose="020B0004020202020204" pitchFamily="34" charset="0"/>
                          <a:cs typeface="Times New Roman" panose="02020603050405020304" pitchFamily="18" charset="0"/>
                        </a:rPr>
                        <a:t>Providing the client with grass roots exploration services (mapping, soils, rock chips and trenching) and drill target generation for gold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6727708"/>
                  </a:ext>
                </a:extLst>
              </a:tr>
              <a:tr h="358613">
                <a:tc>
                  <a:txBody>
                    <a:bodyPr/>
                    <a:lstStyle/>
                    <a:p>
                      <a:pPr>
                        <a:lnSpc>
                          <a:spcPct val="100000"/>
                        </a:lnSpc>
                        <a:spcAft>
                          <a:spcPts val="0"/>
                        </a:spcAft>
                        <a:buNone/>
                      </a:pPr>
                      <a:r>
                        <a:rPr lang="en-US" sz="1100" b="1" kern="100">
                          <a:effectLst/>
                          <a:latin typeface="Montserrat" pitchFamily="2" charset="0"/>
                          <a:ea typeface="Aptos" panose="020B0004020202020204" pitchFamily="34" charset="0"/>
                          <a:cs typeface="Times New Roman" panose="02020603050405020304" pitchFamily="18" charset="0"/>
                        </a:rPr>
                        <a:t>Commodity</a:t>
                      </a:r>
                      <a:endParaRPr lang="en-AU"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50" kern="100" dirty="0">
                          <a:effectLst/>
                          <a:latin typeface="Montserrat" pitchFamily="2" charset="0"/>
                          <a:ea typeface="Aptos" panose="020B0004020202020204" pitchFamily="34" charset="0"/>
                          <a:cs typeface="Times New Roman" panose="02020603050405020304" pitchFamily="18" charset="0"/>
                        </a:rPr>
                        <a:t>Gold</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749754"/>
                  </a:ext>
                </a:extLst>
              </a:tr>
              <a:tr h="358613">
                <a:tc>
                  <a:txBody>
                    <a:bodyPr/>
                    <a:lstStyle/>
                    <a:p>
                      <a:pPr>
                        <a:lnSpc>
                          <a:spcPct val="100000"/>
                        </a:lnSpc>
                        <a:spcAft>
                          <a:spcPts val="0"/>
                        </a:spcAft>
                        <a:buNone/>
                      </a:pPr>
                      <a:r>
                        <a:rPr lang="en-US" sz="1100" b="1" kern="100">
                          <a:effectLst/>
                          <a:latin typeface="Montserrat" pitchFamily="2" charset="0"/>
                          <a:ea typeface="Aptos" panose="020B0004020202020204" pitchFamily="34" charset="0"/>
                          <a:cs typeface="Times New Roman" panose="02020603050405020304" pitchFamily="18" charset="0"/>
                        </a:rPr>
                        <a:t>Status</a:t>
                      </a:r>
                      <a:endParaRPr lang="en-AU"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50" kern="100" dirty="0">
                          <a:effectLst/>
                          <a:latin typeface="Montserrat" pitchFamily="2" charset="0"/>
                          <a:ea typeface="Aptos" panose="020B0004020202020204" pitchFamily="34" charset="0"/>
                          <a:cs typeface="Times New Roman" panose="02020603050405020304" pitchFamily="18" charset="0"/>
                        </a:rPr>
                        <a:t>Aug 2024 – Aug 2025</a:t>
                      </a:r>
                      <a:endParaRPr lang="en-AU"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4778122"/>
                  </a:ext>
                </a:extLst>
              </a:tr>
            </a:tbl>
          </a:graphicData>
        </a:graphic>
      </p:graphicFrame>
      <p:graphicFrame>
        <p:nvGraphicFramePr>
          <p:cNvPr id="8" name="Table 7">
            <a:extLst>
              <a:ext uri="{FF2B5EF4-FFF2-40B4-BE49-F238E27FC236}">
                <a16:creationId xmlns:a16="http://schemas.microsoft.com/office/drawing/2014/main" id="{610CC092-47D0-41C2-A903-662F735BA7BC}"/>
              </a:ext>
            </a:extLst>
          </p:cNvPr>
          <p:cNvGraphicFramePr>
            <a:graphicFrameLocks noGrp="1"/>
          </p:cNvGraphicFramePr>
          <p:nvPr>
            <p:extLst>
              <p:ext uri="{D42A27DB-BD31-4B8C-83A1-F6EECF244321}">
                <p14:modId xmlns:p14="http://schemas.microsoft.com/office/powerpoint/2010/main" val="1280020837"/>
              </p:ext>
            </p:extLst>
          </p:nvPr>
        </p:nvGraphicFramePr>
        <p:xfrm>
          <a:off x="366862" y="3956141"/>
          <a:ext cx="6384291" cy="1335711"/>
        </p:xfrm>
        <a:graphic>
          <a:graphicData uri="http://schemas.openxmlformats.org/drawingml/2006/table">
            <a:tbl>
              <a:tblPr firstRow="1" firstCol="1" bandRow="1"/>
              <a:tblGrid>
                <a:gridCol w="2727594">
                  <a:extLst>
                    <a:ext uri="{9D8B030D-6E8A-4147-A177-3AD203B41FA5}">
                      <a16:colId xmlns:a16="http://schemas.microsoft.com/office/drawing/2014/main" val="3409615031"/>
                    </a:ext>
                  </a:extLst>
                </a:gridCol>
                <a:gridCol w="272888">
                  <a:extLst>
                    <a:ext uri="{9D8B030D-6E8A-4147-A177-3AD203B41FA5}">
                      <a16:colId xmlns:a16="http://schemas.microsoft.com/office/drawing/2014/main" val="256493767"/>
                    </a:ext>
                  </a:extLst>
                </a:gridCol>
                <a:gridCol w="292793">
                  <a:extLst>
                    <a:ext uri="{9D8B030D-6E8A-4147-A177-3AD203B41FA5}">
                      <a16:colId xmlns:a16="http://schemas.microsoft.com/office/drawing/2014/main" val="445410791"/>
                    </a:ext>
                  </a:extLst>
                </a:gridCol>
                <a:gridCol w="2821339">
                  <a:extLst>
                    <a:ext uri="{9D8B030D-6E8A-4147-A177-3AD203B41FA5}">
                      <a16:colId xmlns:a16="http://schemas.microsoft.com/office/drawing/2014/main" val="1937067258"/>
                    </a:ext>
                  </a:extLst>
                </a:gridCol>
                <a:gridCol w="269677">
                  <a:extLst>
                    <a:ext uri="{9D8B030D-6E8A-4147-A177-3AD203B41FA5}">
                      <a16:colId xmlns:a16="http://schemas.microsoft.com/office/drawing/2014/main" val="3755010497"/>
                    </a:ext>
                  </a:extLst>
                </a:gridCol>
              </a:tblGrid>
              <a:tr h="212963">
                <a:tc gridSpan="2">
                  <a:txBody>
                    <a:bodyPr/>
                    <a:lstStyle/>
                    <a:p>
                      <a:pPr algn="ctr">
                        <a:lnSpc>
                          <a:spcPct val="115000"/>
                        </a:lnSpc>
                        <a:spcAft>
                          <a:spcPts val="800"/>
                        </a:spcAft>
                        <a:buNone/>
                      </a:pPr>
                      <a:r>
                        <a:rPr lang="en-US" sz="1000" b="1" kern="100">
                          <a:effectLst/>
                          <a:latin typeface="Montserrat" pitchFamily="2" charset="0"/>
                          <a:ea typeface="Aptos" panose="020B0004020202020204" pitchFamily="34" charset="0"/>
                          <a:cs typeface="Times New Roman" panose="02020603050405020304" pitchFamily="18" charset="0"/>
                        </a:rPr>
                        <a:t>Services</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AU"/>
                    </a:p>
                  </a:txBody>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gridSpan="2">
                  <a:txBody>
                    <a:bodyPr/>
                    <a:lstStyle/>
                    <a:p>
                      <a:pPr algn="ctr">
                        <a:lnSpc>
                          <a:spcPct val="115000"/>
                        </a:lnSpc>
                        <a:spcAft>
                          <a:spcPts val="800"/>
                        </a:spcAft>
                        <a:buNone/>
                      </a:pPr>
                      <a:r>
                        <a:rPr lang="en-US" sz="1000" b="1" kern="100">
                          <a:effectLst/>
                          <a:latin typeface="Montserrat" pitchFamily="2" charset="0"/>
                          <a:ea typeface="Aptos" panose="020B0004020202020204" pitchFamily="34" charset="0"/>
                          <a:cs typeface="Times New Roman" panose="02020603050405020304" pitchFamily="18" charset="0"/>
                        </a:rPr>
                        <a:t>Delivery Model</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AU"/>
                    </a:p>
                  </a:txBody>
                  <a:tcPr/>
                </a:tc>
                <a:extLst>
                  <a:ext uri="{0D108BD9-81ED-4DB2-BD59-A6C34878D82A}">
                    <a16:rowId xmlns:a16="http://schemas.microsoft.com/office/drawing/2014/main" val="3422515527"/>
                  </a:ext>
                </a:extLst>
              </a:tr>
              <a:tr h="280687">
                <a:tc>
                  <a:txBody>
                    <a:bodyPr/>
                    <a:lstStyle/>
                    <a:p>
                      <a:pPr marL="18415">
                        <a:lnSpc>
                          <a:spcPct val="115000"/>
                        </a:lnSpc>
                        <a:spcAft>
                          <a:spcPts val="800"/>
                        </a:spcAft>
                        <a:buNone/>
                      </a:pPr>
                      <a:r>
                        <a:rPr lang="en-AU" sz="1000" kern="100">
                          <a:effectLst/>
                          <a:latin typeface="Montserrat" pitchFamily="2" charset="0"/>
                          <a:ea typeface="Aptos" panose="020B0004020202020204" pitchFamily="34" charset="0"/>
                          <a:cs typeface="Times New Roman" panose="02020603050405020304" pitchFamily="18" charset="0"/>
                        </a:rPr>
                        <a:t>Exploration &amp; Geological Services</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X</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Advisory</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X</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5262911"/>
                  </a:ext>
                </a:extLst>
              </a:tr>
              <a:tr h="280687">
                <a:tc>
                  <a:txBody>
                    <a:bodyPr/>
                    <a:lstStyle/>
                    <a:p>
                      <a:pPr marL="18415">
                        <a:lnSpc>
                          <a:spcPct val="115000"/>
                        </a:lnSpc>
                        <a:spcAft>
                          <a:spcPts val="800"/>
                        </a:spcAft>
                        <a:buNone/>
                      </a:pPr>
                      <a:r>
                        <a:rPr lang="en-AU" sz="1000" kern="100">
                          <a:effectLst/>
                          <a:latin typeface="Montserrat" pitchFamily="2" charset="0"/>
                          <a:ea typeface="Aptos" panose="020B0004020202020204" pitchFamily="34" charset="0"/>
                          <a:cs typeface="Times New Roman" panose="02020603050405020304" pitchFamily="18" charset="0"/>
                        </a:rPr>
                        <a:t>Resource &amp; Reserve Development</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EPCM</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0562905"/>
                  </a:ext>
                </a:extLst>
              </a:tr>
              <a:tr h="280687">
                <a:tc>
                  <a:txBody>
                    <a:bodyPr/>
                    <a:lstStyle/>
                    <a:p>
                      <a:pPr marL="18415">
                        <a:lnSpc>
                          <a:spcPct val="115000"/>
                        </a:lnSpc>
                        <a:spcAft>
                          <a:spcPts val="800"/>
                        </a:spcAft>
                        <a:buNone/>
                      </a:pPr>
                      <a:r>
                        <a:rPr lang="en-AU" sz="1000" kern="100">
                          <a:effectLst/>
                          <a:latin typeface="Montserrat" pitchFamily="2" charset="0"/>
                          <a:ea typeface="Aptos" panose="020B0004020202020204" pitchFamily="34" charset="0"/>
                          <a:cs typeface="Times New Roman" panose="02020603050405020304" pitchFamily="18" charset="0"/>
                        </a:rPr>
                        <a:t>Project Delivery (Owner’s Team &amp; EPCM)</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Embedded Teams</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 </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6149855"/>
                  </a:ext>
                </a:extLst>
              </a:tr>
              <a:tr h="280687">
                <a:tc>
                  <a:txBody>
                    <a:bodyPr/>
                    <a:lstStyle/>
                    <a:p>
                      <a:pPr marL="18415">
                        <a:lnSpc>
                          <a:spcPct val="115000"/>
                        </a:lnSpc>
                        <a:spcAft>
                          <a:spcPts val="800"/>
                        </a:spcAft>
                        <a:buNone/>
                      </a:pPr>
                      <a:r>
                        <a:rPr lang="en-AU" sz="1000" kern="100">
                          <a:effectLst/>
                          <a:latin typeface="Montserrat" pitchFamily="2" charset="0"/>
                          <a:ea typeface="Aptos" panose="020B0004020202020204" pitchFamily="34" charset="0"/>
                          <a:cs typeface="Times New Roman" panose="02020603050405020304" pitchFamily="18" charset="0"/>
                        </a:rPr>
                        <a:t>Operational Readiness &amp; Support</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 </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 </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139780536"/>
                  </a:ext>
                </a:extLst>
              </a:tr>
            </a:tbl>
          </a:graphicData>
        </a:graphic>
      </p:graphicFrame>
      <p:sp>
        <p:nvSpPr>
          <p:cNvPr id="2" name="Slide Number Placeholder 1">
            <a:extLst>
              <a:ext uri="{FF2B5EF4-FFF2-40B4-BE49-F238E27FC236}">
                <a16:creationId xmlns:a16="http://schemas.microsoft.com/office/drawing/2014/main" id="{96C255C1-9451-9DF5-EA19-85A359E856CC}"/>
              </a:ext>
            </a:extLst>
          </p:cNvPr>
          <p:cNvSpPr txBox="1">
            <a:spLocks/>
          </p:cNvSpPr>
          <p:nvPr/>
        </p:nvSpPr>
        <p:spPr>
          <a:xfrm>
            <a:off x="1" y="6535738"/>
            <a:ext cx="355600" cy="32226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58942-C054-464B-9F58-C6B1F5B60348}" type="slidenum">
              <a:rPr lang="en-AU" sz="1200"/>
              <a:pPr algn="ctr"/>
              <a:t>12</a:t>
            </a:fld>
            <a:endParaRPr lang="en-AU" sz="1200" dirty="0"/>
          </a:p>
        </p:txBody>
      </p:sp>
    </p:spTree>
    <p:extLst>
      <p:ext uri="{BB962C8B-B14F-4D97-AF65-F5344CB8AC3E}">
        <p14:creationId xmlns:p14="http://schemas.microsoft.com/office/powerpoint/2010/main" val="615085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5EF1B-317D-8E3B-5FFA-D6B27C93E0F9}"/>
            </a:ext>
          </a:extLst>
        </p:cNvPr>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8072F879-C327-81E0-F044-8BD32E1C655E}"/>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1795" r="21795"/>
          <a:stretch/>
        </p:blipFill>
        <p:spPr>
          <a:xfrm>
            <a:off x="6634162" y="0"/>
            <a:ext cx="5619750" cy="6934397"/>
          </a:xfrm>
        </p:spPr>
      </p:pic>
      <p:sp>
        <p:nvSpPr>
          <p:cNvPr id="4" name="Title 3">
            <a:extLst>
              <a:ext uri="{FF2B5EF4-FFF2-40B4-BE49-F238E27FC236}">
                <a16:creationId xmlns:a16="http://schemas.microsoft.com/office/drawing/2014/main" id="{E560434C-535D-BBAE-A0A9-38FE417161E8}"/>
              </a:ext>
            </a:extLst>
          </p:cNvPr>
          <p:cNvSpPr>
            <a:spLocks noGrp="1"/>
          </p:cNvSpPr>
          <p:nvPr>
            <p:ph type="title"/>
          </p:nvPr>
        </p:nvSpPr>
        <p:spPr/>
        <p:txBody>
          <a:bodyPr/>
          <a:lstStyle/>
          <a:p>
            <a:r>
              <a:rPr lang="en-US" dirty="0"/>
              <a:t>Project 3 - Vietnam</a:t>
            </a:r>
            <a:endParaRPr lang="en-AU" dirty="0"/>
          </a:p>
        </p:txBody>
      </p:sp>
      <p:graphicFrame>
        <p:nvGraphicFramePr>
          <p:cNvPr id="7" name="Table 6">
            <a:extLst>
              <a:ext uri="{FF2B5EF4-FFF2-40B4-BE49-F238E27FC236}">
                <a16:creationId xmlns:a16="http://schemas.microsoft.com/office/drawing/2014/main" id="{6C3B1E5E-BD86-A3EC-FBCE-0A689A3A5F64}"/>
              </a:ext>
            </a:extLst>
          </p:cNvPr>
          <p:cNvGraphicFramePr>
            <a:graphicFrameLocks noGrp="1"/>
          </p:cNvGraphicFramePr>
          <p:nvPr>
            <p:extLst>
              <p:ext uri="{D42A27DB-BD31-4B8C-83A1-F6EECF244321}">
                <p14:modId xmlns:p14="http://schemas.microsoft.com/office/powerpoint/2010/main" val="1452362412"/>
              </p:ext>
            </p:extLst>
          </p:nvPr>
        </p:nvGraphicFramePr>
        <p:xfrm>
          <a:off x="366863" y="1523646"/>
          <a:ext cx="6384290" cy="1806244"/>
        </p:xfrm>
        <a:graphic>
          <a:graphicData uri="http://schemas.openxmlformats.org/drawingml/2006/table">
            <a:tbl>
              <a:tblPr firstRow="1" firstCol="1" bandRow="1"/>
              <a:tblGrid>
                <a:gridCol w="1076960">
                  <a:extLst>
                    <a:ext uri="{9D8B030D-6E8A-4147-A177-3AD203B41FA5}">
                      <a16:colId xmlns:a16="http://schemas.microsoft.com/office/drawing/2014/main" val="1344779373"/>
                    </a:ext>
                  </a:extLst>
                </a:gridCol>
                <a:gridCol w="5307330">
                  <a:extLst>
                    <a:ext uri="{9D8B030D-6E8A-4147-A177-3AD203B41FA5}">
                      <a16:colId xmlns:a16="http://schemas.microsoft.com/office/drawing/2014/main" val="2672945343"/>
                    </a:ext>
                  </a:extLst>
                </a:gridCol>
              </a:tblGrid>
              <a:tr h="299089">
                <a:tc>
                  <a:txBody>
                    <a:bodyPr/>
                    <a:lstStyle/>
                    <a:p>
                      <a:pPr>
                        <a:lnSpc>
                          <a:spcPct val="100000"/>
                        </a:lnSpc>
                        <a:spcAft>
                          <a:spcPts val="0"/>
                        </a:spcAft>
                        <a:buNone/>
                      </a:pPr>
                      <a:r>
                        <a:rPr lang="en-US" sz="1100" b="1" kern="100" dirty="0">
                          <a:effectLst/>
                          <a:latin typeface="Montserrat" pitchFamily="2" charset="0"/>
                          <a:ea typeface="Aptos" panose="020B0004020202020204" pitchFamily="34" charset="0"/>
                          <a:cs typeface="Times New Roman" panose="02020603050405020304" pitchFamily="18" charset="0"/>
                        </a:rPr>
                        <a:t>Client</a:t>
                      </a:r>
                      <a:endParaRPr lang="en-AU"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100" kern="100">
                          <a:effectLst/>
                          <a:latin typeface="Montserrat" pitchFamily="2" charset="0"/>
                          <a:ea typeface="Aptos" panose="020B0004020202020204" pitchFamily="34" charset="0"/>
                          <a:cs typeface="Times New Roman" panose="02020603050405020304" pitchFamily="18" charset="0"/>
                        </a:rPr>
                        <a:t>Xuan Loc Tho – Ta Khoa Project Joint Venture</a:t>
                      </a:r>
                      <a:endParaRPr lang="en-AU"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2857456"/>
                  </a:ext>
                </a:extLst>
              </a:tr>
              <a:tr h="358613">
                <a:tc>
                  <a:txBody>
                    <a:bodyPr/>
                    <a:lstStyle/>
                    <a:p>
                      <a:pPr>
                        <a:lnSpc>
                          <a:spcPct val="100000"/>
                        </a:lnSpc>
                        <a:spcAft>
                          <a:spcPts val="0"/>
                        </a:spcAft>
                        <a:buNone/>
                      </a:pPr>
                      <a:r>
                        <a:rPr lang="en-US" sz="1100" b="1" kern="100">
                          <a:effectLst/>
                          <a:latin typeface="Montserrat" pitchFamily="2" charset="0"/>
                          <a:ea typeface="Aptos" panose="020B0004020202020204" pitchFamily="34" charset="0"/>
                          <a:cs typeface="Times New Roman" panose="02020603050405020304" pitchFamily="18" charset="0"/>
                        </a:rPr>
                        <a:t>Country</a:t>
                      </a:r>
                      <a:endParaRPr lang="en-AU"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100" kern="100">
                          <a:effectLst/>
                          <a:latin typeface="Montserrat" pitchFamily="2" charset="0"/>
                          <a:ea typeface="Aptos" panose="020B0004020202020204" pitchFamily="34" charset="0"/>
                          <a:cs typeface="Times New Roman" panose="02020603050405020304" pitchFamily="18" charset="0"/>
                        </a:rPr>
                        <a:t>Vietnam</a:t>
                      </a:r>
                      <a:endParaRPr lang="en-AU"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5627775"/>
                  </a:ext>
                </a:extLst>
              </a:tr>
              <a:tr h="431316">
                <a:tc>
                  <a:txBody>
                    <a:bodyPr/>
                    <a:lstStyle/>
                    <a:p>
                      <a:pPr>
                        <a:lnSpc>
                          <a:spcPct val="100000"/>
                        </a:lnSpc>
                        <a:spcAft>
                          <a:spcPts val="0"/>
                        </a:spcAft>
                        <a:buNone/>
                      </a:pPr>
                      <a:r>
                        <a:rPr lang="en-US" sz="1100" b="1" kern="100">
                          <a:effectLst/>
                          <a:latin typeface="Montserrat" pitchFamily="2" charset="0"/>
                          <a:ea typeface="Aptos" panose="020B0004020202020204" pitchFamily="34" charset="0"/>
                          <a:cs typeface="Times New Roman" panose="02020603050405020304" pitchFamily="18" charset="0"/>
                        </a:rPr>
                        <a:t>Description</a:t>
                      </a:r>
                      <a:endParaRPr lang="en-AU"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100" kern="100" dirty="0">
                          <a:effectLst/>
                          <a:latin typeface="Montserrat" pitchFamily="2" charset="0"/>
                          <a:ea typeface="Aptos" panose="020B0004020202020204" pitchFamily="34" charset="0"/>
                          <a:cs typeface="Times New Roman" panose="02020603050405020304" pitchFamily="18" charset="0"/>
                        </a:rPr>
                        <a:t>MSV has 3 engineers embedded in the client's team to help advance permitting, licensing and project studies (including feasibility study &amp; EIA)</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6727708"/>
                  </a:ext>
                </a:extLst>
              </a:tr>
              <a:tr h="358613">
                <a:tc>
                  <a:txBody>
                    <a:bodyPr/>
                    <a:lstStyle/>
                    <a:p>
                      <a:pPr>
                        <a:lnSpc>
                          <a:spcPct val="100000"/>
                        </a:lnSpc>
                        <a:spcAft>
                          <a:spcPts val="0"/>
                        </a:spcAft>
                        <a:buNone/>
                      </a:pPr>
                      <a:r>
                        <a:rPr lang="en-US" sz="1100" b="1" kern="100">
                          <a:effectLst/>
                          <a:latin typeface="Montserrat" pitchFamily="2" charset="0"/>
                          <a:ea typeface="Aptos" panose="020B0004020202020204" pitchFamily="34" charset="0"/>
                          <a:cs typeface="Times New Roman" panose="02020603050405020304" pitchFamily="18" charset="0"/>
                        </a:rPr>
                        <a:t>Commodity</a:t>
                      </a:r>
                      <a:endParaRPr lang="en-AU"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100" kern="100">
                          <a:effectLst/>
                          <a:latin typeface="Montserrat" pitchFamily="2" charset="0"/>
                          <a:ea typeface="Aptos" panose="020B0004020202020204" pitchFamily="34" charset="0"/>
                          <a:cs typeface="Times New Roman" panose="02020603050405020304" pitchFamily="18" charset="0"/>
                        </a:rPr>
                        <a:t>Nickel</a:t>
                      </a:r>
                      <a:endParaRPr lang="en-AU"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749754"/>
                  </a:ext>
                </a:extLst>
              </a:tr>
              <a:tr h="358613">
                <a:tc>
                  <a:txBody>
                    <a:bodyPr/>
                    <a:lstStyle/>
                    <a:p>
                      <a:pPr>
                        <a:lnSpc>
                          <a:spcPct val="100000"/>
                        </a:lnSpc>
                        <a:spcAft>
                          <a:spcPts val="0"/>
                        </a:spcAft>
                        <a:buNone/>
                      </a:pPr>
                      <a:r>
                        <a:rPr lang="en-US" sz="1100" b="1" kern="100">
                          <a:effectLst/>
                          <a:latin typeface="Montserrat" pitchFamily="2" charset="0"/>
                          <a:ea typeface="Aptos" panose="020B0004020202020204" pitchFamily="34" charset="0"/>
                          <a:cs typeface="Times New Roman" panose="02020603050405020304" pitchFamily="18" charset="0"/>
                        </a:rPr>
                        <a:t>Status</a:t>
                      </a:r>
                      <a:endParaRPr lang="en-AU" sz="11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100" kern="100" dirty="0">
                          <a:effectLst/>
                          <a:latin typeface="Montserrat" pitchFamily="2" charset="0"/>
                          <a:ea typeface="Aptos" panose="020B0004020202020204" pitchFamily="34" charset="0"/>
                          <a:cs typeface="Times New Roman" panose="02020603050405020304" pitchFamily="18" charset="0"/>
                        </a:rPr>
                        <a:t>Aug 2025 – ongoing</a:t>
                      </a:r>
                      <a:endParaRPr lang="en-AU"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4778122"/>
                  </a:ext>
                </a:extLst>
              </a:tr>
            </a:tbl>
          </a:graphicData>
        </a:graphic>
      </p:graphicFrame>
      <p:graphicFrame>
        <p:nvGraphicFramePr>
          <p:cNvPr id="8" name="Table 7">
            <a:extLst>
              <a:ext uri="{FF2B5EF4-FFF2-40B4-BE49-F238E27FC236}">
                <a16:creationId xmlns:a16="http://schemas.microsoft.com/office/drawing/2014/main" id="{ABDD2233-AF7F-B4C3-6DB6-F01998B008DB}"/>
              </a:ext>
            </a:extLst>
          </p:cNvPr>
          <p:cNvGraphicFramePr>
            <a:graphicFrameLocks noGrp="1"/>
          </p:cNvGraphicFramePr>
          <p:nvPr>
            <p:extLst>
              <p:ext uri="{D42A27DB-BD31-4B8C-83A1-F6EECF244321}">
                <p14:modId xmlns:p14="http://schemas.microsoft.com/office/powerpoint/2010/main" val="1583339106"/>
              </p:ext>
            </p:extLst>
          </p:nvPr>
        </p:nvGraphicFramePr>
        <p:xfrm>
          <a:off x="366862" y="3956141"/>
          <a:ext cx="6384291" cy="1335711"/>
        </p:xfrm>
        <a:graphic>
          <a:graphicData uri="http://schemas.openxmlformats.org/drawingml/2006/table">
            <a:tbl>
              <a:tblPr firstRow="1" firstCol="1" bandRow="1"/>
              <a:tblGrid>
                <a:gridCol w="2727594">
                  <a:extLst>
                    <a:ext uri="{9D8B030D-6E8A-4147-A177-3AD203B41FA5}">
                      <a16:colId xmlns:a16="http://schemas.microsoft.com/office/drawing/2014/main" val="3409615031"/>
                    </a:ext>
                  </a:extLst>
                </a:gridCol>
                <a:gridCol w="272888">
                  <a:extLst>
                    <a:ext uri="{9D8B030D-6E8A-4147-A177-3AD203B41FA5}">
                      <a16:colId xmlns:a16="http://schemas.microsoft.com/office/drawing/2014/main" val="256493767"/>
                    </a:ext>
                  </a:extLst>
                </a:gridCol>
                <a:gridCol w="292793">
                  <a:extLst>
                    <a:ext uri="{9D8B030D-6E8A-4147-A177-3AD203B41FA5}">
                      <a16:colId xmlns:a16="http://schemas.microsoft.com/office/drawing/2014/main" val="445410791"/>
                    </a:ext>
                  </a:extLst>
                </a:gridCol>
                <a:gridCol w="2821339">
                  <a:extLst>
                    <a:ext uri="{9D8B030D-6E8A-4147-A177-3AD203B41FA5}">
                      <a16:colId xmlns:a16="http://schemas.microsoft.com/office/drawing/2014/main" val="1937067258"/>
                    </a:ext>
                  </a:extLst>
                </a:gridCol>
                <a:gridCol w="269677">
                  <a:extLst>
                    <a:ext uri="{9D8B030D-6E8A-4147-A177-3AD203B41FA5}">
                      <a16:colId xmlns:a16="http://schemas.microsoft.com/office/drawing/2014/main" val="3755010497"/>
                    </a:ext>
                  </a:extLst>
                </a:gridCol>
              </a:tblGrid>
              <a:tr h="212963">
                <a:tc gridSpan="2">
                  <a:txBody>
                    <a:bodyPr/>
                    <a:lstStyle/>
                    <a:p>
                      <a:pPr algn="ctr">
                        <a:lnSpc>
                          <a:spcPct val="115000"/>
                        </a:lnSpc>
                        <a:spcAft>
                          <a:spcPts val="800"/>
                        </a:spcAft>
                        <a:buNone/>
                      </a:pPr>
                      <a:r>
                        <a:rPr lang="en-US" sz="1000" b="1" kern="100">
                          <a:effectLst/>
                          <a:latin typeface="Montserrat" pitchFamily="2" charset="0"/>
                          <a:ea typeface="Aptos" panose="020B0004020202020204" pitchFamily="34" charset="0"/>
                          <a:cs typeface="Times New Roman" panose="02020603050405020304" pitchFamily="18" charset="0"/>
                        </a:rPr>
                        <a:t>Services</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AU"/>
                    </a:p>
                  </a:txBody>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gridSpan="2">
                  <a:txBody>
                    <a:bodyPr/>
                    <a:lstStyle/>
                    <a:p>
                      <a:pPr algn="ctr">
                        <a:lnSpc>
                          <a:spcPct val="115000"/>
                        </a:lnSpc>
                        <a:spcAft>
                          <a:spcPts val="800"/>
                        </a:spcAft>
                        <a:buNone/>
                      </a:pPr>
                      <a:r>
                        <a:rPr lang="en-US" sz="1000" b="1" kern="100">
                          <a:effectLst/>
                          <a:latin typeface="Montserrat" pitchFamily="2" charset="0"/>
                          <a:ea typeface="Aptos" panose="020B0004020202020204" pitchFamily="34" charset="0"/>
                          <a:cs typeface="Times New Roman" panose="02020603050405020304" pitchFamily="18" charset="0"/>
                        </a:rPr>
                        <a:t>Delivery Model</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AU"/>
                    </a:p>
                  </a:txBody>
                  <a:tcPr/>
                </a:tc>
                <a:extLst>
                  <a:ext uri="{0D108BD9-81ED-4DB2-BD59-A6C34878D82A}">
                    <a16:rowId xmlns:a16="http://schemas.microsoft.com/office/drawing/2014/main" val="3422515527"/>
                  </a:ext>
                </a:extLst>
              </a:tr>
              <a:tr h="280687">
                <a:tc>
                  <a:txBody>
                    <a:bodyPr/>
                    <a:lstStyle/>
                    <a:p>
                      <a:pPr marL="18415">
                        <a:lnSpc>
                          <a:spcPct val="115000"/>
                        </a:lnSpc>
                        <a:spcAft>
                          <a:spcPts val="800"/>
                        </a:spcAft>
                        <a:buNone/>
                      </a:pPr>
                      <a:r>
                        <a:rPr lang="en-AU" sz="1000" kern="100">
                          <a:effectLst/>
                          <a:latin typeface="Montserrat" pitchFamily="2" charset="0"/>
                          <a:ea typeface="Aptos" panose="020B0004020202020204" pitchFamily="34" charset="0"/>
                          <a:cs typeface="Times New Roman" panose="02020603050405020304" pitchFamily="18" charset="0"/>
                        </a:rPr>
                        <a:t>Exploration &amp; Geological Services</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Advisory</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5262911"/>
                  </a:ext>
                </a:extLst>
              </a:tr>
              <a:tr h="280687">
                <a:tc>
                  <a:txBody>
                    <a:bodyPr/>
                    <a:lstStyle/>
                    <a:p>
                      <a:pPr marL="18415">
                        <a:lnSpc>
                          <a:spcPct val="115000"/>
                        </a:lnSpc>
                        <a:spcAft>
                          <a:spcPts val="800"/>
                        </a:spcAft>
                        <a:buNone/>
                      </a:pPr>
                      <a:r>
                        <a:rPr lang="en-AU" sz="1000" kern="100">
                          <a:effectLst/>
                          <a:latin typeface="Montserrat" pitchFamily="2" charset="0"/>
                          <a:ea typeface="Aptos" panose="020B0004020202020204" pitchFamily="34" charset="0"/>
                          <a:cs typeface="Times New Roman" panose="02020603050405020304" pitchFamily="18" charset="0"/>
                        </a:rPr>
                        <a:t>Resource &amp; Reserve Development</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EPCM</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0562905"/>
                  </a:ext>
                </a:extLst>
              </a:tr>
              <a:tr h="280687">
                <a:tc>
                  <a:txBody>
                    <a:bodyPr/>
                    <a:lstStyle/>
                    <a:p>
                      <a:pPr marL="18415">
                        <a:lnSpc>
                          <a:spcPct val="115000"/>
                        </a:lnSpc>
                        <a:spcAft>
                          <a:spcPts val="800"/>
                        </a:spcAft>
                        <a:buNone/>
                      </a:pPr>
                      <a:r>
                        <a:rPr lang="en-AU" sz="1000" kern="100">
                          <a:effectLst/>
                          <a:latin typeface="Montserrat" pitchFamily="2" charset="0"/>
                          <a:ea typeface="Aptos" panose="020B0004020202020204" pitchFamily="34" charset="0"/>
                          <a:cs typeface="Times New Roman" panose="02020603050405020304" pitchFamily="18" charset="0"/>
                        </a:rPr>
                        <a:t>Project Delivery (Owner’s Team &amp; EPCM)</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X</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Embedded Teams</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X </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6149855"/>
                  </a:ext>
                </a:extLst>
              </a:tr>
              <a:tr h="280687">
                <a:tc>
                  <a:txBody>
                    <a:bodyPr/>
                    <a:lstStyle/>
                    <a:p>
                      <a:pPr marL="18415">
                        <a:lnSpc>
                          <a:spcPct val="115000"/>
                        </a:lnSpc>
                        <a:spcAft>
                          <a:spcPts val="800"/>
                        </a:spcAft>
                        <a:buNone/>
                      </a:pPr>
                      <a:r>
                        <a:rPr lang="en-AU" sz="1000" kern="100">
                          <a:effectLst/>
                          <a:latin typeface="Montserrat" pitchFamily="2" charset="0"/>
                          <a:ea typeface="Aptos" panose="020B0004020202020204" pitchFamily="34" charset="0"/>
                          <a:cs typeface="Times New Roman" panose="02020603050405020304" pitchFamily="18" charset="0"/>
                        </a:rPr>
                        <a:t>Operational Readiness &amp; Support</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en-US" sz="1000" kern="100">
                          <a:effectLst/>
                          <a:latin typeface="Montserrat" pitchFamily="2" charset="0"/>
                          <a:ea typeface="Aptos" panose="020B0004020202020204" pitchFamily="34" charset="0"/>
                          <a:cs typeface="Times New Roman" panose="02020603050405020304" pitchFamily="18" charset="0"/>
                        </a:rPr>
                        <a:t> </a:t>
                      </a:r>
                      <a:endParaRPr lang="en-AU" sz="1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 </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nSpc>
                          <a:spcPct val="115000"/>
                        </a:lnSpc>
                        <a:spcAft>
                          <a:spcPts val="800"/>
                        </a:spcAft>
                        <a:buNone/>
                      </a:pPr>
                      <a:r>
                        <a:rPr lang="en-US" sz="1000" kern="100" dirty="0">
                          <a:effectLst/>
                          <a:latin typeface="Montserrat" pitchFamily="2" charset="0"/>
                          <a:ea typeface="Aptos" panose="020B0004020202020204" pitchFamily="34" charset="0"/>
                          <a:cs typeface="Times New Roman" panose="02020603050405020304" pitchFamily="18" charset="0"/>
                        </a:rPr>
                        <a:t> </a:t>
                      </a:r>
                      <a:endParaRPr lang="en-AU"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139780536"/>
                  </a:ext>
                </a:extLst>
              </a:tr>
            </a:tbl>
          </a:graphicData>
        </a:graphic>
      </p:graphicFrame>
      <p:sp>
        <p:nvSpPr>
          <p:cNvPr id="2" name="Slide Number Placeholder 1">
            <a:extLst>
              <a:ext uri="{FF2B5EF4-FFF2-40B4-BE49-F238E27FC236}">
                <a16:creationId xmlns:a16="http://schemas.microsoft.com/office/drawing/2014/main" id="{DC93B113-A8EA-E783-0F0C-B37333D90AA9}"/>
              </a:ext>
            </a:extLst>
          </p:cNvPr>
          <p:cNvSpPr txBox="1">
            <a:spLocks/>
          </p:cNvSpPr>
          <p:nvPr/>
        </p:nvSpPr>
        <p:spPr>
          <a:xfrm>
            <a:off x="1" y="6535738"/>
            <a:ext cx="355600" cy="32226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58942-C054-464B-9F58-C6B1F5B60348}" type="slidenum">
              <a:rPr lang="en-AU" sz="1200"/>
              <a:pPr algn="ctr"/>
              <a:t>13</a:t>
            </a:fld>
            <a:endParaRPr lang="en-AU" sz="1200" dirty="0"/>
          </a:p>
        </p:txBody>
      </p:sp>
    </p:spTree>
    <p:extLst>
      <p:ext uri="{BB962C8B-B14F-4D97-AF65-F5344CB8AC3E}">
        <p14:creationId xmlns:p14="http://schemas.microsoft.com/office/powerpoint/2010/main" val="3750883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EE1125-A5D8-6C17-62DB-E7BD039A5782}"/>
              </a:ext>
            </a:extLst>
          </p:cNvPr>
          <p:cNvSpPr>
            <a:spLocks noGrp="1"/>
          </p:cNvSpPr>
          <p:nvPr>
            <p:ph type="title"/>
          </p:nvPr>
        </p:nvSpPr>
        <p:spPr>
          <a:xfrm>
            <a:off x="642938" y="3031318"/>
            <a:ext cx="4810124" cy="3291670"/>
          </a:xfrm>
        </p:spPr>
        <p:txBody>
          <a:bodyPr/>
          <a:lstStyle/>
          <a:p>
            <a:pPr algn="l"/>
            <a:r>
              <a:rPr lang="en-US" sz="1100" dirty="0"/>
              <a:t>Company Email	</a:t>
            </a:r>
            <a:r>
              <a:rPr lang="en-AU" sz="1100" dirty="0"/>
              <a:t> </a:t>
            </a:r>
            <a:r>
              <a:rPr lang="en-US" sz="1100" u="sng" dirty="0">
                <a:solidFill>
                  <a:srgbClr val="0070C0"/>
                </a:solidFill>
                <a:hlinkClick r:id="rId2">
                  <a:extLst>
                    <a:ext uri="{A12FA001-AC4F-418D-AE19-62706E023703}">
                      <ahyp:hlinkClr xmlns:ahyp="http://schemas.microsoft.com/office/drawing/2018/hyperlinkcolor" val="tx"/>
                    </a:ext>
                  </a:extLst>
                </a:hlinkClick>
              </a:rPr>
              <a:t>info@dma-msv.com</a:t>
            </a:r>
            <a:br>
              <a:rPr lang="en-AU" sz="1100" dirty="0"/>
            </a:br>
            <a:r>
              <a:rPr lang="en-US" sz="1100" dirty="0"/>
              <a:t> </a:t>
            </a:r>
            <a:br>
              <a:rPr lang="en-AU" sz="1100" dirty="0"/>
            </a:br>
            <a:r>
              <a:rPr lang="en-US" sz="1100" dirty="0"/>
              <a:t>Phone </a:t>
            </a:r>
            <a:r>
              <a:rPr lang="en-AU" sz="1100" dirty="0"/>
              <a:t> 		</a:t>
            </a:r>
            <a:r>
              <a:rPr lang="en-US" sz="1100" dirty="0"/>
              <a:t>+84 24 62500426</a:t>
            </a:r>
            <a:br>
              <a:rPr lang="en-AU" sz="1100" dirty="0">
                <a:highlight>
                  <a:srgbClr val="FFFF00"/>
                </a:highlight>
              </a:rPr>
            </a:br>
            <a:r>
              <a:rPr lang="en-US" sz="1100" dirty="0"/>
              <a:t> </a:t>
            </a:r>
            <a:br>
              <a:rPr lang="en-AU" sz="1100" dirty="0"/>
            </a:br>
            <a:r>
              <a:rPr lang="en-US" sz="1100" dirty="0"/>
              <a:t>Contact Persons </a:t>
            </a:r>
            <a:br>
              <a:rPr lang="en-AU" sz="1100" dirty="0"/>
            </a:br>
            <a:r>
              <a:rPr lang="en-US" sz="1100" b="0" dirty="0"/>
              <a:t>Lon Taranaki		Lon@dma-msv.com</a:t>
            </a:r>
            <a:br>
              <a:rPr lang="en-AU" sz="1100" b="0" dirty="0"/>
            </a:br>
            <a:r>
              <a:rPr lang="en-US" sz="1100" b="0" dirty="0"/>
              <a:t>Thanh Nguyen Van	Thanh.nguyen@dma-msv.com</a:t>
            </a:r>
            <a:br>
              <a:rPr lang="en-AU" sz="1100" b="0" dirty="0"/>
            </a:br>
            <a:r>
              <a:rPr lang="en-US" sz="1100" b="0" dirty="0"/>
              <a:t>Hai Nguyen Ngoc	Hai.nguyen@dma-msv.com</a:t>
            </a:r>
            <a:br>
              <a:rPr lang="en-AU" sz="1100" b="0" dirty="0"/>
            </a:br>
            <a:r>
              <a:rPr lang="en-US" sz="1100" b="0" dirty="0"/>
              <a:t>Hoan Le Thi Ngoc 	Hoan.le@dma-msv.com</a:t>
            </a:r>
            <a:br>
              <a:rPr lang="en-AU" sz="1100" b="0" dirty="0"/>
            </a:br>
            <a:r>
              <a:rPr lang="en-US" sz="1100" b="0" dirty="0"/>
              <a:t>Hung Nguyen Phuc	Hung.nguyen@dma-msv.com</a:t>
            </a:r>
            <a:br>
              <a:rPr lang="en-AU" sz="1100" b="0" dirty="0"/>
            </a:br>
            <a:r>
              <a:rPr lang="en-US" sz="1100" b="0" dirty="0"/>
              <a:t>Tien Dinh Van	Tien.dinh@dma-msv.com</a:t>
            </a:r>
            <a:br>
              <a:rPr lang="en-AU" sz="1100" dirty="0"/>
            </a:br>
            <a:r>
              <a:rPr lang="en-US" sz="1100" dirty="0"/>
              <a:t> </a:t>
            </a:r>
            <a:br>
              <a:rPr lang="en-AU" sz="1100" dirty="0"/>
            </a:br>
            <a:r>
              <a:rPr lang="en-US" sz="1100" dirty="0"/>
              <a:t>Address</a:t>
            </a:r>
            <a:br>
              <a:rPr lang="en-AU" sz="1100" dirty="0"/>
            </a:br>
            <a:r>
              <a:rPr lang="en-US" sz="1100" b="0" dirty="0"/>
              <a:t>CÔNG TY CỔ PHẦN DỊCH VỤ MỎ VIỆT NAM MINING SERVICES VIETNAM JSC</a:t>
            </a:r>
            <a:br>
              <a:rPr lang="en-AU" sz="1100" b="0" dirty="0"/>
            </a:br>
            <a:r>
              <a:rPr lang="en-US" sz="1100" b="0" dirty="0"/>
              <a:t>Văn phòng 5A, tầng 23, tháp A, tòa nhà văn phòng Hudtower, 37 Lê Văn Lương, P. Thanh Xuân, TP. Hà Nội</a:t>
            </a:r>
            <a:br>
              <a:rPr lang="en-AU" sz="1100" b="0" dirty="0"/>
            </a:br>
            <a:r>
              <a:rPr lang="en-US" sz="1100" b="0" dirty="0"/>
              <a:t>MST: 0111214046</a:t>
            </a:r>
            <a:br>
              <a:rPr lang="en-AU" sz="1100" dirty="0"/>
            </a:br>
            <a:r>
              <a:rPr lang="en-US" sz="1100" dirty="0"/>
              <a:t> </a:t>
            </a:r>
            <a:br>
              <a:rPr lang="en-AU" sz="1100" dirty="0"/>
            </a:br>
            <a:r>
              <a:rPr lang="en-US" sz="1100" dirty="0"/>
              <a:t>Website</a:t>
            </a:r>
            <a:r>
              <a:rPr lang="en-AU" sz="1100" dirty="0"/>
              <a:t> 		</a:t>
            </a:r>
            <a:r>
              <a:rPr lang="en-US" sz="1100" u="sng" dirty="0">
                <a:solidFill>
                  <a:srgbClr val="0070C0"/>
                </a:solidFill>
                <a:hlinkClick r:id="rId3">
                  <a:extLst>
                    <a:ext uri="{A12FA001-AC4F-418D-AE19-62706E023703}">
                      <ahyp:hlinkClr xmlns:ahyp="http://schemas.microsoft.com/office/drawing/2018/hyperlinkcolor" val="tx"/>
                    </a:ext>
                  </a:extLst>
                </a:hlinkClick>
              </a:rPr>
              <a:t>www.dma-msv.com</a:t>
            </a:r>
            <a:br>
              <a:rPr lang="en-AU" sz="1100" dirty="0">
                <a:solidFill>
                  <a:srgbClr val="0070C0"/>
                </a:solidFill>
              </a:rPr>
            </a:br>
            <a:endParaRPr lang="en-AU" sz="1100" dirty="0">
              <a:solidFill>
                <a:srgbClr val="0070C0"/>
              </a:solidFill>
            </a:endParaRPr>
          </a:p>
        </p:txBody>
      </p:sp>
      <p:sp>
        <p:nvSpPr>
          <p:cNvPr id="2" name="Slide Number Placeholder 1">
            <a:extLst>
              <a:ext uri="{FF2B5EF4-FFF2-40B4-BE49-F238E27FC236}">
                <a16:creationId xmlns:a16="http://schemas.microsoft.com/office/drawing/2014/main" id="{1FB8F017-158C-4618-824F-0FB8C69421F2}"/>
              </a:ext>
            </a:extLst>
          </p:cNvPr>
          <p:cNvSpPr txBox="1">
            <a:spLocks/>
          </p:cNvSpPr>
          <p:nvPr/>
        </p:nvSpPr>
        <p:spPr>
          <a:xfrm>
            <a:off x="1" y="6535738"/>
            <a:ext cx="355600" cy="32226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58942-C054-464B-9F58-C6B1F5B60348}" type="slidenum">
              <a:rPr lang="en-AU" sz="1200"/>
              <a:pPr algn="ctr"/>
              <a:t>14</a:t>
            </a:fld>
            <a:endParaRPr lang="en-AU" sz="1200" dirty="0"/>
          </a:p>
        </p:txBody>
      </p:sp>
      <p:sp>
        <p:nvSpPr>
          <p:cNvPr id="4" name="Title 1">
            <a:extLst>
              <a:ext uri="{FF2B5EF4-FFF2-40B4-BE49-F238E27FC236}">
                <a16:creationId xmlns:a16="http://schemas.microsoft.com/office/drawing/2014/main" id="{ABE0D349-D220-FE90-56BA-EAE45D329B80}"/>
              </a:ext>
            </a:extLst>
          </p:cNvPr>
          <p:cNvSpPr txBox="1">
            <a:spLocks/>
          </p:cNvSpPr>
          <p:nvPr/>
        </p:nvSpPr>
        <p:spPr>
          <a:xfrm>
            <a:off x="0" y="2280546"/>
            <a:ext cx="6096000" cy="424732"/>
          </a:xfrm>
          <a:prstGeom prst="rect">
            <a:avLst/>
          </a:prstGeom>
        </p:spPr>
        <p:txBody>
          <a:bodyPr vert="horz" wrap="square" lIns="91440" tIns="45720" rIns="91440" bIns="45720" rtlCol="0" anchor="ctr">
            <a:spAutoFit/>
          </a:bodyPr>
          <a:lstStyle>
            <a:lvl1pPr algn="ctr" defTabSz="914411" rtl="0" eaLnBrk="1" latinLnBrk="0" hangingPunct="1">
              <a:lnSpc>
                <a:spcPct val="90000"/>
              </a:lnSpc>
              <a:spcBef>
                <a:spcPct val="0"/>
              </a:spcBef>
              <a:buNone/>
              <a:defRPr sz="2601" b="1" kern="1200">
                <a:solidFill>
                  <a:schemeClr val="bg2">
                    <a:lumMod val="25000"/>
                  </a:schemeClr>
                </a:solidFill>
                <a:latin typeface="Montserrat" panose="00000500000000000000" pitchFamily="2" charset="0"/>
                <a:ea typeface="+mj-ea"/>
                <a:cs typeface="+mj-cs"/>
              </a:defRPr>
            </a:lvl1pPr>
          </a:lstStyle>
          <a:p>
            <a:r>
              <a:rPr lang="en-US" sz="2400" dirty="0"/>
              <a:t>Contact Us</a:t>
            </a:r>
            <a:endParaRPr lang="en-AU" sz="2400" dirty="0"/>
          </a:p>
        </p:txBody>
      </p:sp>
    </p:spTree>
    <p:extLst>
      <p:ext uri="{BB962C8B-B14F-4D97-AF65-F5344CB8AC3E}">
        <p14:creationId xmlns:p14="http://schemas.microsoft.com/office/powerpoint/2010/main" val="1937637432"/>
      </p:ext>
    </p:extLst>
  </p:cSld>
  <p:clrMapOvr>
    <a:masterClrMapping/>
  </p:clrMapOvr>
</p:sld>
</file>

<file path=ppt/theme/theme1.xml><?xml version="1.0" encoding="utf-8"?>
<a:theme xmlns:a="http://schemas.openxmlformats.org/drawingml/2006/main" name="MSV Corporate">
  <a:themeElements>
    <a:clrScheme name="MSV Option 1">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6B9F25"/>
      </a:accent5>
      <a:accent6>
        <a:srgbClr val="D8A337"/>
      </a:accent6>
      <a:hlink>
        <a:srgbClr val="6B9F25"/>
      </a:hlink>
      <a:folHlink>
        <a:srgbClr val="9F6715"/>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4" id="{D9A19833-006C-49BF-858A-6127FFC4F9A6}" vid="{98DEE185-CFAD-4F49-A1F6-5D523A73D4C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9E41CAC1F7D6714B9EC99AEFCAFCA345" ma:contentTypeVersion="3" ma:contentTypeDescription="Tạo tài liệu mới." ma:contentTypeScope="" ma:versionID="2b3777319e80ce0d70ad950dbce56359">
  <xsd:schema xmlns:xsd="http://www.w3.org/2001/XMLSchema" xmlns:xs="http://www.w3.org/2001/XMLSchema" xmlns:p="http://schemas.microsoft.com/office/2006/metadata/properties" xmlns:ns2="63012291-ec12-4e1c-8e37-7fe337760a31" targetNamespace="http://schemas.microsoft.com/office/2006/metadata/properties" ma:root="true" ma:fieldsID="3d892ea07723cde88272a80ca118c956" ns2:_="">
    <xsd:import namespace="63012291-ec12-4e1c-8e37-7fe337760a3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012291-ec12-4e1c-8e37-7fe337760a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4ED2E58-0693-4685-B157-305B328909A9}"/>
</file>

<file path=customXml/itemProps2.xml><?xml version="1.0" encoding="utf-8"?>
<ds:datastoreItem xmlns:ds="http://schemas.openxmlformats.org/officeDocument/2006/customXml" ds:itemID="{4D63D04C-0B18-43B4-B49B-158BF6A65AC1}">
  <ds:schemaRefs>
    <ds:schemaRef ds:uri="http://schemas.microsoft.com/sharepoint/v3/contenttype/forms"/>
  </ds:schemaRefs>
</ds:datastoreItem>
</file>

<file path=customXml/itemProps3.xml><?xml version="1.0" encoding="utf-8"?>
<ds:datastoreItem xmlns:ds="http://schemas.openxmlformats.org/officeDocument/2006/customXml" ds:itemID="{42AB4F34-B621-4EFD-AFD7-20B78BC0355A}">
  <ds:schemaRefs>
    <ds:schemaRef ds:uri="http://schemas.microsoft.com/office/infopath/2007/PartnerControls"/>
    <ds:schemaRef ds:uri="http://purl.org/dc/dcmitype/"/>
    <ds:schemaRef ds:uri="http://purl.org/dc/elements/1.1/"/>
    <ds:schemaRef ds:uri="947ea908-e8c6-4be3-ab97-61fc514fddd0"/>
    <ds:schemaRef ds:uri="http://schemas.microsoft.com/office/2006/documentManagement/types"/>
    <ds:schemaRef ds:uri="http://schemas.microsoft.com/office/2006/metadata/properties"/>
    <ds:schemaRef ds:uri="http://purl.org/dc/terms/"/>
    <ds:schemaRef ds:uri="http://schemas.openxmlformats.org/package/2006/metadata/core-properties"/>
    <ds:schemaRef ds:uri="fd9f76e3-de9b-4bcc-8bcf-343551d64385"/>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2026 MSV Powerpoint Template</Template>
  <TotalTime>231</TotalTime>
  <Words>2168</Words>
  <Application>Microsoft Office PowerPoint</Application>
  <PresentationFormat>Widescreen</PresentationFormat>
  <Paragraphs>253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Montserrat</vt:lpstr>
      <vt:lpstr>Symbol</vt:lpstr>
      <vt:lpstr>MSV Corporate</vt:lpstr>
      <vt:lpstr>PowerPoint Presentation</vt:lpstr>
      <vt:lpstr>Company Overview</vt:lpstr>
      <vt:lpstr>Leadership &amp;  Key Personnel</vt:lpstr>
      <vt:lpstr>Leadership &amp; Key Personnel</vt:lpstr>
      <vt:lpstr>Leadership &amp; Key Personnel Bio’s</vt:lpstr>
      <vt:lpstr>Leadership &amp; Key Personnel Bio’s</vt:lpstr>
      <vt:lpstr>Core Competencies &amp; Delivery Models</vt:lpstr>
      <vt:lpstr>Core Competencies</vt:lpstr>
      <vt:lpstr>Service Delivery Model</vt:lpstr>
      <vt:lpstr>Our Projects</vt:lpstr>
      <vt:lpstr>Project 1 - Cambodia</vt:lpstr>
      <vt:lpstr>Project 2 - Laos</vt:lpstr>
      <vt:lpstr>Project 3 - Vietnam</vt:lpstr>
      <vt:lpstr>Company Email  info@dma-msv.com   Phone    +84 24 62500426   Contact Persons  Lon Taranaki  Lon@dma-msv.com Thanh Nguyen Van Thanh.nguyen@dma-msv.com Hai Nguyen Ngoc Hai.nguyen@dma-msv.com Hoan Le Thi Ngoc  Hoan.le@dma-msv.com Hung Nguyen Phuc Hung.nguyen@dma-msv.com Tien Dinh Van Tien.dinh@dma-msv.com   Address CÔNG TY CỔ PHẦN DỊCH VỤ MỎ VIỆT NAM MINING SERVICES VIETNAM JSC Văn phòng 5A, tầng 23, tháp A, tòa nhà văn phòng Hudtower, 37 Lê Văn Lương, P. Thanh Xuân, TP. Hà Nội MST: 0111214046   Website   www.dma-msv.com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Lon Taranaki</dc:creator>
  <cp:lastModifiedBy>Lon Taranaki</cp:lastModifiedBy>
  <cp:revision>2</cp:revision>
  <dcterms:created xsi:type="dcterms:W3CDTF">2026-02-01T07:10:28Z</dcterms:created>
  <dcterms:modified xsi:type="dcterms:W3CDTF">2026-02-01T17:16:46Z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Order">
    <vt:r8>3300</vt:r8>
  </property>
  <property fmtid="{D5CDD505-2E9C-101B-9397-08002B2CF9AE}" pid="4" name="ContentTypeId">
    <vt:lpwstr>0x0101009E41CAC1F7D6714B9EC99AEFCAFCA345</vt:lpwstr>
  </property>
</Properties>
</file>