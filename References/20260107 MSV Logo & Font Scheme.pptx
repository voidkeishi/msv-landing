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85" r:id="rId5"/>
    <p:sldId id="282" r:id="rId6"/>
    <p:sldId id="283" r:id="rId7"/>
    <p:sldId id="256" r:id="rId8"/>
    <p:sldId id="284" r:id="rId9"/>
    <p:sldId id="28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49E20-1BBB-4341-9D49-494D94DE080C}" v="2" dt="2026-01-18T03:48:47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6" d="100"/>
          <a:sy n="66" d="100"/>
        </p:scale>
        <p:origin x="45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 Taranaki" userId="5e366b3c-24f3-4a3a-82ae-4290c43f14a8" providerId="ADAL" clId="{A8BC1B18-82B0-4EE0-A0EE-68767D30358E}"/>
    <pc:docChg chg="custSel addSld modSld">
      <pc:chgData name="Lon Taranaki" userId="5e366b3c-24f3-4a3a-82ae-4290c43f14a8" providerId="ADAL" clId="{A8BC1B18-82B0-4EE0-A0EE-68767D30358E}" dt="2026-01-18T03:49:25.870" v="36" actId="207"/>
      <pc:docMkLst>
        <pc:docMk/>
      </pc:docMkLst>
      <pc:sldChg chg="addSp modSp mod">
        <pc:chgData name="Lon Taranaki" userId="5e366b3c-24f3-4a3a-82ae-4290c43f14a8" providerId="ADAL" clId="{A8BC1B18-82B0-4EE0-A0EE-68767D30358E}" dt="2026-01-08T13:28:05.534" v="4" actId="11529"/>
        <pc:sldMkLst>
          <pc:docMk/>
          <pc:sldMk cId="2533639386" sldId="285"/>
        </pc:sldMkLst>
        <pc:picChg chg="add mod">
          <ac:chgData name="Lon Taranaki" userId="5e366b3c-24f3-4a3a-82ae-4290c43f14a8" providerId="ADAL" clId="{A8BC1B18-82B0-4EE0-A0EE-68767D30358E}" dt="2026-01-08T13:27:56.737" v="3" actId="1076"/>
          <ac:picMkLst>
            <pc:docMk/>
            <pc:sldMk cId="2533639386" sldId="285"/>
            <ac:picMk id="6" creationId="{CE94795C-8DE3-26A2-D06F-85555FF17EDE}"/>
          </ac:picMkLst>
        </pc:picChg>
        <pc:cxnChg chg="add">
          <ac:chgData name="Lon Taranaki" userId="5e366b3c-24f3-4a3a-82ae-4290c43f14a8" providerId="ADAL" clId="{A8BC1B18-82B0-4EE0-A0EE-68767D30358E}" dt="2026-01-08T13:28:05.534" v="4" actId="11529"/>
          <ac:cxnSpMkLst>
            <pc:docMk/>
            <pc:sldMk cId="2533639386" sldId="285"/>
            <ac:cxnSpMk id="8" creationId="{EF6F00EB-CB0A-A38C-626E-7B5E4A1A5BFE}"/>
          </ac:cxnSpMkLst>
        </pc:cxnChg>
      </pc:sldChg>
      <pc:sldChg chg="addSp delSp modSp new mod">
        <pc:chgData name="Lon Taranaki" userId="5e366b3c-24f3-4a3a-82ae-4290c43f14a8" providerId="ADAL" clId="{A8BC1B18-82B0-4EE0-A0EE-68767D30358E}" dt="2026-01-18T03:49:25.870" v="36" actId="207"/>
        <pc:sldMkLst>
          <pc:docMk/>
          <pc:sldMk cId="1994259897" sldId="286"/>
        </pc:sldMkLst>
        <pc:spChg chg="del">
          <ac:chgData name="Lon Taranaki" userId="5e366b3c-24f3-4a3a-82ae-4290c43f14a8" providerId="ADAL" clId="{A8BC1B18-82B0-4EE0-A0EE-68767D30358E}" dt="2026-01-18T03:48:34.953" v="6" actId="478"/>
          <ac:spMkLst>
            <pc:docMk/>
            <pc:sldMk cId="1994259897" sldId="286"/>
            <ac:spMk id="2" creationId="{6E7E47E1-9CF7-BB06-4085-83B61CA087D3}"/>
          </ac:spMkLst>
        </pc:spChg>
        <pc:spChg chg="del">
          <ac:chgData name="Lon Taranaki" userId="5e366b3c-24f3-4a3a-82ae-4290c43f14a8" providerId="ADAL" clId="{A8BC1B18-82B0-4EE0-A0EE-68767D30358E}" dt="2026-01-18T03:48:34.953" v="6" actId="478"/>
          <ac:spMkLst>
            <pc:docMk/>
            <pc:sldMk cId="1994259897" sldId="286"/>
            <ac:spMk id="3" creationId="{E49D21C6-F20B-E0DA-3971-1811A1FE2371}"/>
          </ac:spMkLst>
        </pc:spChg>
        <pc:spChg chg="mod">
          <ac:chgData name="Lon Taranaki" userId="5e366b3c-24f3-4a3a-82ae-4290c43f14a8" providerId="ADAL" clId="{A8BC1B18-82B0-4EE0-A0EE-68767D30358E}" dt="2026-01-18T03:48:37.037" v="7"/>
          <ac:spMkLst>
            <pc:docMk/>
            <pc:sldMk cId="1994259897" sldId="286"/>
            <ac:spMk id="5" creationId="{AF1DA4D9-93DA-94A1-9124-30234DE33643}"/>
          </ac:spMkLst>
        </pc:spChg>
        <pc:spChg chg="mod">
          <ac:chgData name="Lon Taranaki" userId="5e366b3c-24f3-4a3a-82ae-4290c43f14a8" providerId="ADAL" clId="{A8BC1B18-82B0-4EE0-A0EE-68767D30358E}" dt="2026-01-18T03:48:37.037" v="7"/>
          <ac:spMkLst>
            <pc:docMk/>
            <pc:sldMk cId="1994259897" sldId="286"/>
            <ac:spMk id="6" creationId="{8B6814DE-7965-1A5A-2764-912BE3208E6F}"/>
          </ac:spMkLst>
        </pc:spChg>
        <pc:spChg chg="add mod">
          <ac:chgData name="Lon Taranaki" userId="5e366b3c-24f3-4a3a-82ae-4290c43f14a8" providerId="ADAL" clId="{A8BC1B18-82B0-4EE0-A0EE-68767D30358E}" dt="2026-01-18T03:48:52.245" v="18" actId="20577"/>
          <ac:spMkLst>
            <pc:docMk/>
            <pc:sldMk cId="1994259897" sldId="286"/>
            <ac:spMk id="7" creationId="{62E9E573-CC8D-D30B-600D-E9D6143CCCAB}"/>
          </ac:spMkLst>
        </pc:spChg>
        <pc:spChg chg="add mod">
          <ac:chgData name="Lon Taranaki" userId="5e366b3c-24f3-4a3a-82ae-4290c43f14a8" providerId="ADAL" clId="{A8BC1B18-82B0-4EE0-A0EE-68767D30358E}" dt="2026-01-18T03:49:25.870" v="36" actId="207"/>
          <ac:spMkLst>
            <pc:docMk/>
            <pc:sldMk cId="1994259897" sldId="286"/>
            <ac:spMk id="8" creationId="{D3779E11-60CA-7ED2-B9F8-31F918ACE70B}"/>
          </ac:spMkLst>
        </pc:spChg>
        <pc:grpChg chg="add mod">
          <ac:chgData name="Lon Taranaki" userId="5e366b3c-24f3-4a3a-82ae-4290c43f14a8" providerId="ADAL" clId="{A8BC1B18-82B0-4EE0-A0EE-68767D30358E}" dt="2026-01-18T03:48:38.653" v="8" actId="1076"/>
          <ac:grpSpMkLst>
            <pc:docMk/>
            <pc:sldMk cId="1994259897" sldId="286"/>
            <ac:grpSpMk id="4" creationId="{D681FD4F-B3B4-1376-34A1-97854FCEA814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CC175-22A7-41DA-84D7-36B8884A8F51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84BF0-35BA-4D3C-8C5E-99D7AE7761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99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284BF0-35BA-4D3C-8C5E-99D7AE77613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0622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4253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8824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61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380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93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762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603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51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61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93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F8C73-337A-4CFD-8020-A4668E28C94A}" type="datetimeFigureOut">
              <a:rPr lang="en-AU" smtClean="0"/>
              <a:t>18/01/2026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10BEE-8E85-4861-ADA2-64E5F00FCC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84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2F59-F75A-9E45-9E5F-90524F6C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Montserrat" panose="00000500000000000000" pitchFamily="2" charset="0"/>
              </a:rPr>
              <a:t>MSV Logo &amp; Font Scheme</a:t>
            </a:r>
            <a:endParaRPr lang="en-AU" sz="3200" dirty="0">
              <a:latin typeface="Montserrat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C58DD-65A2-9A2F-76F2-A5E18227F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Montserrat" panose="00000500000000000000" pitchFamily="2" charset="0"/>
              </a:rPr>
              <a:t>Font : Montserrat</a:t>
            </a:r>
          </a:p>
          <a:p>
            <a:r>
              <a:rPr lang="en-US" sz="2400" dirty="0" err="1">
                <a:latin typeface="Montserrat" panose="00000500000000000000" pitchFamily="2" charset="0"/>
              </a:rPr>
              <a:t>Colour</a:t>
            </a:r>
            <a:r>
              <a:rPr lang="en-US" sz="2400" dirty="0">
                <a:latin typeface="Montserrat" panose="00000500000000000000" pitchFamily="2" charset="0"/>
              </a:rPr>
              <a:t> Scheme: Custom MSV Option 1</a:t>
            </a:r>
          </a:p>
          <a:p>
            <a:r>
              <a:rPr lang="en-US" sz="2400" dirty="0">
                <a:latin typeface="Montserrat" panose="00000500000000000000" pitchFamily="2" charset="0"/>
              </a:rPr>
              <a:t>Logo Only</a:t>
            </a:r>
          </a:p>
          <a:p>
            <a:r>
              <a:rPr lang="en-US" sz="2400" dirty="0">
                <a:latin typeface="Montserrat" panose="00000500000000000000" pitchFamily="2" charset="0"/>
              </a:rPr>
              <a:t>Title + Slogan</a:t>
            </a:r>
          </a:p>
          <a:p>
            <a:r>
              <a:rPr lang="en-US" sz="2400" dirty="0">
                <a:latin typeface="Montserrat" panose="00000500000000000000" pitchFamily="2" charset="0"/>
              </a:rPr>
              <a:t>Logo + Title + Slogan</a:t>
            </a:r>
            <a:endParaRPr lang="en-AU" sz="2400" dirty="0">
              <a:latin typeface="Montserrat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0D2952-9218-05A0-D9DC-3D070638F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519" y="105503"/>
            <a:ext cx="1875067" cy="11510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94795C-8DE3-26A2-D06F-85555FF17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169" y="1516192"/>
            <a:ext cx="1653683" cy="287298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6F00EB-CB0A-A38C-626E-7B5E4A1A5BFE}"/>
              </a:ext>
            </a:extLst>
          </p:cNvPr>
          <p:cNvCxnSpPr/>
          <p:nvPr/>
        </p:nvCxnSpPr>
        <p:spPr>
          <a:xfrm>
            <a:off x="7212458" y="2517169"/>
            <a:ext cx="1623317" cy="31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63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6FC3-3DD0-AB8C-420A-F980FDD2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A0A7A736-E3EA-7FD8-97C5-6CC09AC14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Freeform 1">
            <a:extLst>
              <a:ext uri="{FF2B5EF4-FFF2-40B4-BE49-F238E27FC236}">
                <a16:creationId xmlns:a16="http://schemas.microsoft.com/office/drawing/2014/main" id="{0145335E-71E4-C672-DE58-5F3D40133A7B}"/>
              </a:ext>
            </a:extLst>
          </p:cNvPr>
          <p:cNvSpPr/>
          <p:nvPr/>
        </p:nvSpPr>
        <p:spPr>
          <a:xfrm>
            <a:off x="3236767" y="1470727"/>
            <a:ext cx="3505531" cy="3011067"/>
          </a:xfrm>
          <a:custGeom>
            <a:avLst/>
            <a:gdLst>
              <a:gd name="csX0" fmla="*/ 148307 w 3235277"/>
              <a:gd name="csY0" fmla="*/ 2283537 h 2339635"/>
              <a:gd name="csX1" fmla="*/ 0 w 3235277"/>
              <a:gd name="csY1" fmla="*/ 2275661 h 2339635"/>
              <a:gd name="csX2" fmla="*/ 2476723 w 3235277"/>
              <a:gd name="csY2" fmla="*/ 0 h 2339635"/>
              <a:gd name="csX3" fmla="*/ 3235277 w 3235277"/>
              <a:gd name="csY3" fmla="*/ 923059 h 2339635"/>
              <a:gd name="csX4" fmla="*/ 3235277 w 3235277"/>
              <a:gd name="csY4" fmla="*/ 1014451 h 2339635"/>
              <a:gd name="csX5" fmla="*/ 2915405 w 3235277"/>
              <a:gd name="csY5" fmla="*/ 1334323 h 2339635"/>
              <a:gd name="csX6" fmla="*/ 2449306 w 3235277"/>
              <a:gd name="csY6" fmla="*/ 886502 h 2339635"/>
              <a:gd name="csX7" fmla="*/ 2403610 w 3235277"/>
              <a:gd name="csY7" fmla="*/ 1919232 h 2339635"/>
              <a:gd name="csX8" fmla="*/ 1855257 w 3235277"/>
              <a:gd name="csY8" fmla="*/ 1316045 h 2339635"/>
              <a:gd name="csX9" fmla="*/ 776832 w 3235277"/>
              <a:gd name="csY9" fmla="*/ 2303078 h 2339635"/>
              <a:gd name="csX10" fmla="*/ 137088 w 3235277"/>
              <a:gd name="csY10" fmla="*/ 2339635 h 2339635"/>
              <a:gd name="csX11" fmla="*/ 148307 w 3235277"/>
              <a:gd name="csY11" fmla="*/ 2283537 h 2339635"/>
              <a:gd name="csX0" fmla="*/ 148307 w 3235277"/>
              <a:gd name="csY0" fmla="*/ 2283537 h 2303078"/>
              <a:gd name="csX1" fmla="*/ 0 w 3235277"/>
              <a:gd name="csY1" fmla="*/ 2275661 h 2303078"/>
              <a:gd name="csX2" fmla="*/ 2476723 w 3235277"/>
              <a:gd name="csY2" fmla="*/ 0 h 2303078"/>
              <a:gd name="csX3" fmla="*/ 3235277 w 3235277"/>
              <a:gd name="csY3" fmla="*/ 923059 h 2303078"/>
              <a:gd name="csX4" fmla="*/ 3235277 w 3235277"/>
              <a:gd name="csY4" fmla="*/ 1014451 h 2303078"/>
              <a:gd name="csX5" fmla="*/ 2915405 w 3235277"/>
              <a:gd name="csY5" fmla="*/ 1334323 h 2303078"/>
              <a:gd name="csX6" fmla="*/ 2449306 w 3235277"/>
              <a:gd name="csY6" fmla="*/ 886502 h 2303078"/>
              <a:gd name="csX7" fmla="*/ 2403610 w 3235277"/>
              <a:gd name="csY7" fmla="*/ 1919232 h 2303078"/>
              <a:gd name="csX8" fmla="*/ 1855257 w 3235277"/>
              <a:gd name="csY8" fmla="*/ 1316045 h 2303078"/>
              <a:gd name="csX9" fmla="*/ 776832 w 3235277"/>
              <a:gd name="csY9" fmla="*/ 2303078 h 2303078"/>
              <a:gd name="csX10" fmla="*/ 789095 w 3235277"/>
              <a:gd name="csY10" fmla="*/ 2272049 h 2303078"/>
              <a:gd name="csX11" fmla="*/ 148307 w 3235277"/>
              <a:gd name="csY11" fmla="*/ 2283537 h 2303078"/>
              <a:gd name="csX0" fmla="*/ 199991 w 3235277"/>
              <a:gd name="csY0" fmla="*/ 2279562 h 2303078"/>
              <a:gd name="csX1" fmla="*/ 0 w 3235277"/>
              <a:gd name="csY1" fmla="*/ 2275661 h 2303078"/>
              <a:gd name="csX2" fmla="*/ 2476723 w 3235277"/>
              <a:gd name="csY2" fmla="*/ 0 h 2303078"/>
              <a:gd name="csX3" fmla="*/ 3235277 w 3235277"/>
              <a:gd name="csY3" fmla="*/ 923059 h 2303078"/>
              <a:gd name="csX4" fmla="*/ 3235277 w 3235277"/>
              <a:gd name="csY4" fmla="*/ 1014451 h 2303078"/>
              <a:gd name="csX5" fmla="*/ 2915405 w 3235277"/>
              <a:gd name="csY5" fmla="*/ 1334323 h 2303078"/>
              <a:gd name="csX6" fmla="*/ 2449306 w 3235277"/>
              <a:gd name="csY6" fmla="*/ 886502 h 2303078"/>
              <a:gd name="csX7" fmla="*/ 2403610 w 3235277"/>
              <a:gd name="csY7" fmla="*/ 1919232 h 2303078"/>
              <a:gd name="csX8" fmla="*/ 1855257 w 3235277"/>
              <a:gd name="csY8" fmla="*/ 1316045 h 2303078"/>
              <a:gd name="csX9" fmla="*/ 776832 w 3235277"/>
              <a:gd name="csY9" fmla="*/ 2303078 h 2303078"/>
              <a:gd name="csX10" fmla="*/ 789095 w 3235277"/>
              <a:gd name="csY10" fmla="*/ 2272049 h 2303078"/>
              <a:gd name="csX11" fmla="*/ 199991 w 3235277"/>
              <a:gd name="csY11" fmla="*/ 2279562 h 2303078"/>
              <a:gd name="csX0" fmla="*/ 199991 w 3235277"/>
              <a:gd name="csY0" fmla="*/ 2279562 h 2279562"/>
              <a:gd name="csX1" fmla="*/ 0 w 3235277"/>
              <a:gd name="csY1" fmla="*/ 2275661 h 2279562"/>
              <a:gd name="csX2" fmla="*/ 2476723 w 3235277"/>
              <a:gd name="csY2" fmla="*/ 0 h 2279562"/>
              <a:gd name="csX3" fmla="*/ 3235277 w 3235277"/>
              <a:gd name="csY3" fmla="*/ 923059 h 2279562"/>
              <a:gd name="csX4" fmla="*/ 3235277 w 3235277"/>
              <a:gd name="csY4" fmla="*/ 1014451 h 2279562"/>
              <a:gd name="csX5" fmla="*/ 2915405 w 3235277"/>
              <a:gd name="csY5" fmla="*/ 1334323 h 2279562"/>
              <a:gd name="csX6" fmla="*/ 2449306 w 3235277"/>
              <a:gd name="csY6" fmla="*/ 886502 h 2279562"/>
              <a:gd name="csX7" fmla="*/ 2403610 w 3235277"/>
              <a:gd name="csY7" fmla="*/ 1919232 h 2279562"/>
              <a:gd name="csX8" fmla="*/ 1855257 w 3235277"/>
              <a:gd name="csY8" fmla="*/ 1316045 h 2279562"/>
              <a:gd name="csX9" fmla="*/ 995493 w 3235277"/>
              <a:gd name="csY9" fmla="*/ 2112246 h 2279562"/>
              <a:gd name="csX10" fmla="*/ 789095 w 3235277"/>
              <a:gd name="csY10" fmla="*/ 2272049 h 2279562"/>
              <a:gd name="csX11" fmla="*/ 199991 w 3235277"/>
              <a:gd name="csY11" fmla="*/ 2279562 h 2279562"/>
              <a:gd name="csX0" fmla="*/ 199991 w 3279009"/>
              <a:gd name="csY0" fmla="*/ 2279562 h 2279562"/>
              <a:gd name="csX1" fmla="*/ 0 w 3279009"/>
              <a:gd name="csY1" fmla="*/ 2275661 h 2279562"/>
              <a:gd name="csX2" fmla="*/ 2476723 w 3279009"/>
              <a:gd name="csY2" fmla="*/ 0 h 2279562"/>
              <a:gd name="csX3" fmla="*/ 3235277 w 3279009"/>
              <a:gd name="csY3" fmla="*/ 923059 h 2279562"/>
              <a:gd name="csX4" fmla="*/ 3279009 w 3279009"/>
              <a:gd name="csY4" fmla="*/ 970719 h 2279562"/>
              <a:gd name="csX5" fmla="*/ 2915405 w 3279009"/>
              <a:gd name="csY5" fmla="*/ 1334323 h 2279562"/>
              <a:gd name="csX6" fmla="*/ 2449306 w 3279009"/>
              <a:gd name="csY6" fmla="*/ 886502 h 2279562"/>
              <a:gd name="csX7" fmla="*/ 2403610 w 3279009"/>
              <a:gd name="csY7" fmla="*/ 1919232 h 2279562"/>
              <a:gd name="csX8" fmla="*/ 1855257 w 3279009"/>
              <a:gd name="csY8" fmla="*/ 1316045 h 2279562"/>
              <a:gd name="csX9" fmla="*/ 995493 w 3279009"/>
              <a:gd name="csY9" fmla="*/ 2112246 h 2279562"/>
              <a:gd name="csX10" fmla="*/ 789095 w 3279009"/>
              <a:gd name="csY10" fmla="*/ 2272049 h 2279562"/>
              <a:gd name="csX11" fmla="*/ 199991 w 3279009"/>
              <a:gd name="csY11" fmla="*/ 2279562 h 2279562"/>
              <a:gd name="csX0" fmla="*/ 199991 w 3279009"/>
              <a:gd name="csY0" fmla="*/ 2279562 h 2279562"/>
              <a:gd name="csX1" fmla="*/ 0 w 3279009"/>
              <a:gd name="csY1" fmla="*/ 2275661 h 2279562"/>
              <a:gd name="csX2" fmla="*/ 2476723 w 3279009"/>
              <a:gd name="csY2" fmla="*/ 0 h 2279562"/>
              <a:gd name="csX3" fmla="*/ 3235277 w 3279009"/>
              <a:gd name="csY3" fmla="*/ 923059 h 2279562"/>
              <a:gd name="csX4" fmla="*/ 3279009 w 3279009"/>
              <a:gd name="csY4" fmla="*/ 970719 h 2279562"/>
              <a:gd name="csX5" fmla="*/ 2895527 w 3279009"/>
              <a:gd name="csY5" fmla="*/ 1302518 h 2279562"/>
              <a:gd name="csX6" fmla="*/ 2449306 w 3279009"/>
              <a:gd name="csY6" fmla="*/ 886502 h 2279562"/>
              <a:gd name="csX7" fmla="*/ 2403610 w 3279009"/>
              <a:gd name="csY7" fmla="*/ 1919232 h 2279562"/>
              <a:gd name="csX8" fmla="*/ 1855257 w 3279009"/>
              <a:gd name="csY8" fmla="*/ 1316045 h 2279562"/>
              <a:gd name="csX9" fmla="*/ 995493 w 3279009"/>
              <a:gd name="csY9" fmla="*/ 2112246 h 2279562"/>
              <a:gd name="csX10" fmla="*/ 789095 w 3279009"/>
              <a:gd name="csY10" fmla="*/ 2272049 h 2279562"/>
              <a:gd name="csX11" fmla="*/ 199991 w 3279009"/>
              <a:gd name="csY11" fmla="*/ 2279562 h 2279562"/>
              <a:gd name="csX0" fmla="*/ 199991 w 3279009"/>
              <a:gd name="csY0" fmla="*/ 2279562 h 2279562"/>
              <a:gd name="csX1" fmla="*/ 0 w 3279009"/>
              <a:gd name="csY1" fmla="*/ 2275661 h 2279562"/>
              <a:gd name="csX2" fmla="*/ 2476723 w 3279009"/>
              <a:gd name="csY2" fmla="*/ 0 h 2279562"/>
              <a:gd name="csX3" fmla="*/ 3235277 w 3279009"/>
              <a:gd name="csY3" fmla="*/ 923059 h 2279562"/>
              <a:gd name="csX4" fmla="*/ 3279009 w 3279009"/>
              <a:gd name="csY4" fmla="*/ 970719 h 2279562"/>
              <a:gd name="csX5" fmla="*/ 2867698 w 3279009"/>
              <a:gd name="csY5" fmla="*/ 1282639 h 2279562"/>
              <a:gd name="csX6" fmla="*/ 2449306 w 3279009"/>
              <a:gd name="csY6" fmla="*/ 886502 h 2279562"/>
              <a:gd name="csX7" fmla="*/ 2403610 w 3279009"/>
              <a:gd name="csY7" fmla="*/ 1919232 h 2279562"/>
              <a:gd name="csX8" fmla="*/ 1855257 w 3279009"/>
              <a:gd name="csY8" fmla="*/ 1316045 h 2279562"/>
              <a:gd name="csX9" fmla="*/ 995493 w 3279009"/>
              <a:gd name="csY9" fmla="*/ 2112246 h 2279562"/>
              <a:gd name="csX10" fmla="*/ 789095 w 3279009"/>
              <a:gd name="csY10" fmla="*/ 2272049 h 2279562"/>
              <a:gd name="csX11" fmla="*/ 199991 w 3279009"/>
              <a:gd name="csY11" fmla="*/ 2279562 h 2279562"/>
              <a:gd name="csX0" fmla="*/ 199991 w 3235277"/>
              <a:gd name="csY0" fmla="*/ 2279562 h 2279562"/>
              <a:gd name="csX1" fmla="*/ 0 w 3235277"/>
              <a:gd name="csY1" fmla="*/ 2275661 h 2279562"/>
              <a:gd name="csX2" fmla="*/ 2476723 w 3235277"/>
              <a:gd name="csY2" fmla="*/ 0 h 2279562"/>
              <a:gd name="csX3" fmla="*/ 3235277 w 3235277"/>
              <a:gd name="csY3" fmla="*/ 923059 h 2279562"/>
              <a:gd name="csX4" fmla="*/ 3227326 w 3235277"/>
              <a:gd name="csY4" fmla="*/ 926986 h 2279562"/>
              <a:gd name="csX5" fmla="*/ 2867698 w 3235277"/>
              <a:gd name="csY5" fmla="*/ 1282639 h 2279562"/>
              <a:gd name="csX6" fmla="*/ 2449306 w 3235277"/>
              <a:gd name="csY6" fmla="*/ 886502 h 2279562"/>
              <a:gd name="csX7" fmla="*/ 2403610 w 3235277"/>
              <a:gd name="csY7" fmla="*/ 1919232 h 2279562"/>
              <a:gd name="csX8" fmla="*/ 1855257 w 3235277"/>
              <a:gd name="csY8" fmla="*/ 1316045 h 2279562"/>
              <a:gd name="csX9" fmla="*/ 995493 w 3235277"/>
              <a:gd name="csY9" fmla="*/ 2112246 h 2279562"/>
              <a:gd name="csX10" fmla="*/ 789095 w 3235277"/>
              <a:gd name="csY10" fmla="*/ 2272049 h 2279562"/>
              <a:gd name="csX11" fmla="*/ 199991 w 3235277"/>
              <a:gd name="csY11" fmla="*/ 2279562 h 2279562"/>
              <a:gd name="csX0" fmla="*/ 199991 w 3235277"/>
              <a:gd name="csY0" fmla="*/ 2279562 h 2279562"/>
              <a:gd name="csX1" fmla="*/ 0 w 3235277"/>
              <a:gd name="csY1" fmla="*/ 2275661 h 2279562"/>
              <a:gd name="csX2" fmla="*/ 2476723 w 3235277"/>
              <a:gd name="csY2" fmla="*/ 0 h 2279562"/>
              <a:gd name="csX3" fmla="*/ 3235277 w 3235277"/>
              <a:gd name="csY3" fmla="*/ 923059 h 2279562"/>
              <a:gd name="csX4" fmla="*/ 3227326 w 3235277"/>
              <a:gd name="csY4" fmla="*/ 926986 h 2279562"/>
              <a:gd name="csX5" fmla="*/ 2867698 w 3235277"/>
              <a:gd name="csY5" fmla="*/ 1282639 h 2279562"/>
              <a:gd name="csX6" fmla="*/ 2449306 w 3235277"/>
              <a:gd name="csY6" fmla="*/ 886502 h 2279562"/>
              <a:gd name="csX7" fmla="*/ 2363853 w 3235277"/>
              <a:gd name="csY7" fmla="*/ 1863573 h 2279562"/>
              <a:gd name="csX8" fmla="*/ 1855257 w 3235277"/>
              <a:gd name="csY8" fmla="*/ 1316045 h 2279562"/>
              <a:gd name="csX9" fmla="*/ 995493 w 3235277"/>
              <a:gd name="csY9" fmla="*/ 2112246 h 2279562"/>
              <a:gd name="csX10" fmla="*/ 789095 w 3235277"/>
              <a:gd name="csY10" fmla="*/ 2272049 h 2279562"/>
              <a:gd name="csX11" fmla="*/ 199991 w 3235277"/>
              <a:gd name="csY11" fmla="*/ 2279562 h 2279562"/>
              <a:gd name="csX0" fmla="*/ 199991 w 3235277"/>
              <a:gd name="csY0" fmla="*/ 2279562 h 2279562"/>
              <a:gd name="csX1" fmla="*/ 0 w 3235277"/>
              <a:gd name="csY1" fmla="*/ 2275661 h 2279562"/>
              <a:gd name="csX2" fmla="*/ 2476723 w 3235277"/>
              <a:gd name="csY2" fmla="*/ 0 h 2279562"/>
              <a:gd name="csX3" fmla="*/ 3235277 w 3235277"/>
              <a:gd name="csY3" fmla="*/ 923059 h 2279562"/>
              <a:gd name="csX4" fmla="*/ 3227326 w 3235277"/>
              <a:gd name="csY4" fmla="*/ 926986 h 2279562"/>
              <a:gd name="csX5" fmla="*/ 2867698 w 3235277"/>
              <a:gd name="csY5" fmla="*/ 1282639 h 2279562"/>
              <a:gd name="csX6" fmla="*/ 2449306 w 3235277"/>
              <a:gd name="csY6" fmla="*/ 886502 h 2279562"/>
              <a:gd name="csX7" fmla="*/ 2359877 w 3235277"/>
              <a:gd name="csY7" fmla="*/ 1839719 h 2279562"/>
              <a:gd name="csX8" fmla="*/ 1855257 w 3235277"/>
              <a:gd name="csY8" fmla="*/ 1316045 h 2279562"/>
              <a:gd name="csX9" fmla="*/ 995493 w 3235277"/>
              <a:gd name="csY9" fmla="*/ 2112246 h 2279562"/>
              <a:gd name="csX10" fmla="*/ 789095 w 3235277"/>
              <a:gd name="csY10" fmla="*/ 2272049 h 2279562"/>
              <a:gd name="csX11" fmla="*/ 199991 w 3235277"/>
              <a:gd name="csY11" fmla="*/ 2279562 h 2279562"/>
              <a:gd name="csX0" fmla="*/ 199991 w 3235277"/>
              <a:gd name="csY0" fmla="*/ 2279562 h 2279562"/>
              <a:gd name="csX1" fmla="*/ 0 w 3235277"/>
              <a:gd name="csY1" fmla="*/ 2275661 h 2279562"/>
              <a:gd name="csX2" fmla="*/ 2476723 w 3235277"/>
              <a:gd name="csY2" fmla="*/ 0 h 2279562"/>
              <a:gd name="csX3" fmla="*/ 3235277 w 3235277"/>
              <a:gd name="csY3" fmla="*/ 923059 h 2279562"/>
              <a:gd name="csX4" fmla="*/ 3184960 w 3235277"/>
              <a:gd name="csY4" fmla="*/ 881089 h 2279562"/>
              <a:gd name="csX5" fmla="*/ 2867698 w 3235277"/>
              <a:gd name="csY5" fmla="*/ 1282639 h 2279562"/>
              <a:gd name="csX6" fmla="*/ 2449306 w 3235277"/>
              <a:gd name="csY6" fmla="*/ 886502 h 2279562"/>
              <a:gd name="csX7" fmla="*/ 2359877 w 3235277"/>
              <a:gd name="csY7" fmla="*/ 1839719 h 2279562"/>
              <a:gd name="csX8" fmla="*/ 1855257 w 3235277"/>
              <a:gd name="csY8" fmla="*/ 1316045 h 2279562"/>
              <a:gd name="csX9" fmla="*/ 995493 w 3235277"/>
              <a:gd name="csY9" fmla="*/ 2112246 h 2279562"/>
              <a:gd name="csX10" fmla="*/ 789095 w 3235277"/>
              <a:gd name="csY10" fmla="*/ 2272049 h 2279562"/>
              <a:gd name="csX11" fmla="*/ 199991 w 3235277"/>
              <a:gd name="csY11" fmla="*/ 2279562 h 2279562"/>
              <a:gd name="csX0" fmla="*/ 199991 w 3184960"/>
              <a:gd name="csY0" fmla="*/ 2279562 h 2279562"/>
              <a:gd name="csX1" fmla="*/ 0 w 3184960"/>
              <a:gd name="csY1" fmla="*/ 2275661 h 2279562"/>
              <a:gd name="csX2" fmla="*/ 2476723 w 3184960"/>
              <a:gd name="csY2" fmla="*/ 0 h 2279562"/>
              <a:gd name="csX3" fmla="*/ 3175259 w 3184960"/>
              <a:gd name="csY3" fmla="*/ 859510 h 2279562"/>
              <a:gd name="csX4" fmla="*/ 3184960 w 3184960"/>
              <a:gd name="csY4" fmla="*/ 881089 h 2279562"/>
              <a:gd name="csX5" fmla="*/ 2867698 w 3184960"/>
              <a:gd name="csY5" fmla="*/ 1282639 h 2279562"/>
              <a:gd name="csX6" fmla="*/ 2449306 w 3184960"/>
              <a:gd name="csY6" fmla="*/ 886502 h 2279562"/>
              <a:gd name="csX7" fmla="*/ 2359877 w 3184960"/>
              <a:gd name="csY7" fmla="*/ 1839719 h 2279562"/>
              <a:gd name="csX8" fmla="*/ 1855257 w 3184960"/>
              <a:gd name="csY8" fmla="*/ 1316045 h 2279562"/>
              <a:gd name="csX9" fmla="*/ 995493 w 3184960"/>
              <a:gd name="csY9" fmla="*/ 2112246 h 2279562"/>
              <a:gd name="csX10" fmla="*/ 789095 w 3184960"/>
              <a:gd name="csY10" fmla="*/ 2272049 h 2279562"/>
              <a:gd name="csX11" fmla="*/ 199991 w 3184960"/>
              <a:gd name="csY11" fmla="*/ 2279562 h 2279562"/>
              <a:gd name="csX0" fmla="*/ 199991 w 3184960"/>
              <a:gd name="csY0" fmla="*/ 2279562 h 2279562"/>
              <a:gd name="csX1" fmla="*/ 0 w 3184960"/>
              <a:gd name="csY1" fmla="*/ 2275661 h 2279562"/>
              <a:gd name="csX2" fmla="*/ 2476723 w 3184960"/>
              <a:gd name="csY2" fmla="*/ 0 h 2279562"/>
              <a:gd name="csX3" fmla="*/ 3175259 w 3184960"/>
              <a:gd name="csY3" fmla="*/ 859510 h 2279562"/>
              <a:gd name="csX4" fmla="*/ 3184960 w 3184960"/>
              <a:gd name="csY4" fmla="*/ 881089 h 2279562"/>
              <a:gd name="csX5" fmla="*/ 2857106 w 3184960"/>
              <a:gd name="csY5" fmla="*/ 1275578 h 2279562"/>
              <a:gd name="csX6" fmla="*/ 2449306 w 3184960"/>
              <a:gd name="csY6" fmla="*/ 886502 h 2279562"/>
              <a:gd name="csX7" fmla="*/ 2359877 w 3184960"/>
              <a:gd name="csY7" fmla="*/ 1839719 h 2279562"/>
              <a:gd name="csX8" fmla="*/ 1855257 w 3184960"/>
              <a:gd name="csY8" fmla="*/ 1316045 h 2279562"/>
              <a:gd name="csX9" fmla="*/ 995493 w 3184960"/>
              <a:gd name="csY9" fmla="*/ 2112246 h 2279562"/>
              <a:gd name="csX10" fmla="*/ 789095 w 3184960"/>
              <a:gd name="csY10" fmla="*/ 2272049 h 2279562"/>
              <a:gd name="csX11" fmla="*/ 199991 w 3184960"/>
              <a:gd name="csY11" fmla="*/ 2279562 h 2279562"/>
              <a:gd name="csX0" fmla="*/ 199991 w 3207034"/>
              <a:gd name="csY0" fmla="*/ 2279562 h 2279562"/>
              <a:gd name="csX1" fmla="*/ 0 w 3207034"/>
              <a:gd name="csY1" fmla="*/ 2275661 h 2279562"/>
              <a:gd name="csX2" fmla="*/ 2476723 w 3207034"/>
              <a:gd name="csY2" fmla="*/ 0 h 2279562"/>
              <a:gd name="csX3" fmla="*/ 3207034 w 3207034"/>
              <a:gd name="csY3" fmla="*/ 859510 h 2279562"/>
              <a:gd name="csX4" fmla="*/ 3184960 w 3207034"/>
              <a:gd name="csY4" fmla="*/ 881089 h 2279562"/>
              <a:gd name="csX5" fmla="*/ 2857106 w 3207034"/>
              <a:gd name="csY5" fmla="*/ 1275578 h 2279562"/>
              <a:gd name="csX6" fmla="*/ 2449306 w 3207034"/>
              <a:gd name="csY6" fmla="*/ 886502 h 2279562"/>
              <a:gd name="csX7" fmla="*/ 2359877 w 3207034"/>
              <a:gd name="csY7" fmla="*/ 1839719 h 2279562"/>
              <a:gd name="csX8" fmla="*/ 1855257 w 3207034"/>
              <a:gd name="csY8" fmla="*/ 1316045 h 2279562"/>
              <a:gd name="csX9" fmla="*/ 995493 w 3207034"/>
              <a:gd name="csY9" fmla="*/ 2112246 h 2279562"/>
              <a:gd name="csX10" fmla="*/ 789095 w 3207034"/>
              <a:gd name="csY10" fmla="*/ 2272049 h 2279562"/>
              <a:gd name="csX11" fmla="*/ 199991 w 3207034"/>
              <a:gd name="csY11" fmla="*/ 2279562 h 2279562"/>
              <a:gd name="csX0" fmla="*/ 199991 w 3207034"/>
              <a:gd name="csY0" fmla="*/ 2279562 h 2279562"/>
              <a:gd name="csX1" fmla="*/ 0 w 3207034"/>
              <a:gd name="csY1" fmla="*/ 2275661 h 2279562"/>
              <a:gd name="csX2" fmla="*/ 2476723 w 3207034"/>
              <a:gd name="csY2" fmla="*/ 0 h 2279562"/>
              <a:gd name="csX3" fmla="*/ 3207034 w 3207034"/>
              <a:gd name="csY3" fmla="*/ 859510 h 2279562"/>
              <a:gd name="csX4" fmla="*/ 3206143 w 3207034"/>
              <a:gd name="csY4" fmla="*/ 866967 h 2279562"/>
              <a:gd name="csX5" fmla="*/ 2857106 w 3207034"/>
              <a:gd name="csY5" fmla="*/ 1275578 h 2279562"/>
              <a:gd name="csX6" fmla="*/ 2449306 w 3207034"/>
              <a:gd name="csY6" fmla="*/ 886502 h 2279562"/>
              <a:gd name="csX7" fmla="*/ 2359877 w 3207034"/>
              <a:gd name="csY7" fmla="*/ 1839719 h 2279562"/>
              <a:gd name="csX8" fmla="*/ 1855257 w 3207034"/>
              <a:gd name="csY8" fmla="*/ 1316045 h 2279562"/>
              <a:gd name="csX9" fmla="*/ 995493 w 3207034"/>
              <a:gd name="csY9" fmla="*/ 2112246 h 2279562"/>
              <a:gd name="csX10" fmla="*/ 789095 w 3207034"/>
              <a:gd name="csY10" fmla="*/ 2272049 h 2279562"/>
              <a:gd name="csX11" fmla="*/ 199991 w 3207034"/>
              <a:gd name="csY11" fmla="*/ 2279562 h 2279562"/>
              <a:gd name="csX0" fmla="*/ 199991 w 3207034"/>
              <a:gd name="csY0" fmla="*/ 2279562 h 2279562"/>
              <a:gd name="csX1" fmla="*/ 0 w 3207034"/>
              <a:gd name="csY1" fmla="*/ 2275661 h 2279562"/>
              <a:gd name="csX2" fmla="*/ 2476723 w 3207034"/>
              <a:gd name="csY2" fmla="*/ 0 h 2279562"/>
              <a:gd name="csX3" fmla="*/ 3207034 w 3207034"/>
              <a:gd name="csY3" fmla="*/ 859510 h 2279562"/>
              <a:gd name="csX4" fmla="*/ 3146124 w 3207034"/>
              <a:gd name="csY4" fmla="*/ 923455 h 2279562"/>
              <a:gd name="csX5" fmla="*/ 2857106 w 3207034"/>
              <a:gd name="csY5" fmla="*/ 1275578 h 2279562"/>
              <a:gd name="csX6" fmla="*/ 2449306 w 3207034"/>
              <a:gd name="csY6" fmla="*/ 886502 h 2279562"/>
              <a:gd name="csX7" fmla="*/ 2359877 w 3207034"/>
              <a:gd name="csY7" fmla="*/ 1839719 h 2279562"/>
              <a:gd name="csX8" fmla="*/ 1855257 w 3207034"/>
              <a:gd name="csY8" fmla="*/ 1316045 h 2279562"/>
              <a:gd name="csX9" fmla="*/ 995493 w 3207034"/>
              <a:gd name="csY9" fmla="*/ 2112246 h 2279562"/>
              <a:gd name="csX10" fmla="*/ 789095 w 3207034"/>
              <a:gd name="csY10" fmla="*/ 2272049 h 2279562"/>
              <a:gd name="csX11" fmla="*/ 199991 w 3207034"/>
              <a:gd name="csY11" fmla="*/ 2279562 h 2279562"/>
              <a:gd name="csX0" fmla="*/ 199991 w 3224686"/>
              <a:gd name="csY0" fmla="*/ 2279562 h 2279562"/>
              <a:gd name="csX1" fmla="*/ 0 w 3224686"/>
              <a:gd name="csY1" fmla="*/ 2275661 h 2279562"/>
              <a:gd name="csX2" fmla="*/ 2476723 w 3224686"/>
              <a:gd name="csY2" fmla="*/ 0 h 2279562"/>
              <a:gd name="csX3" fmla="*/ 3224686 w 3224686"/>
              <a:gd name="csY3" fmla="*/ 841858 h 2279562"/>
              <a:gd name="csX4" fmla="*/ 3146124 w 3224686"/>
              <a:gd name="csY4" fmla="*/ 923455 h 2279562"/>
              <a:gd name="csX5" fmla="*/ 2857106 w 3224686"/>
              <a:gd name="csY5" fmla="*/ 1275578 h 2279562"/>
              <a:gd name="csX6" fmla="*/ 2449306 w 3224686"/>
              <a:gd name="csY6" fmla="*/ 886502 h 2279562"/>
              <a:gd name="csX7" fmla="*/ 2359877 w 3224686"/>
              <a:gd name="csY7" fmla="*/ 1839719 h 2279562"/>
              <a:gd name="csX8" fmla="*/ 1855257 w 3224686"/>
              <a:gd name="csY8" fmla="*/ 1316045 h 2279562"/>
              <a:gd name="csX9" fmla="*/ 995493 w 3224686"/>
              <a:gd name="csY9" fmla="*/ 2112246 h 2279562"/>
              <a:gd name="csX10" fmla="*/ 789095 w 3224686"/>
              <a:gd name="csY10" fmla="*/ 2272049 h 2279562"/>
              <a:gd name="csX11" fmla="*/ 199991 w 3224686"/>
              <a:gd name="csY11" fmla="*/ 2279562 h 2279562"/>
              <a:gd name="csX0" fmla="*/ 199991 w 3181349"/>
              <a:gd name="csY0" fmla="*/ 2279562 h 2279562"/>
              <a:gd name="csX1" fmla="*/ 0 w 3181349"/>
              <a:gd name="csY1" fmla="*/ 2275661 h 2279562"/>
              <a:gd name="csX2" fmla="*/ 2476723 w 3181349"/>
              <a:gd name="csY2" fmla="*/ 0 h 2279562"/>
              <a:gd name="csX3" fmla="*/ 3181349 w 3181349"/>
              <a:gd name="csY3" fmla="*/ 911196 h 2279562"/>
              <a:gd name="csX4" fmla="*/ 3146124 w 3181349"/>
              <a:gd name="csY4" fmla="*/ 923455 h 2279562"/>
              <a:gd name="csX5" fmla="*/ 2857106 w 3181349"/>
              <a:gd name="csY5" fmla="*/ 1275578 h 2279562"/>
              <a:gd name="csX6" fmla="*/ 2449306 w 3181349"/>
              <a:gd name="csY6" fmla="*/ 886502 h 2279562"/>
              <a:gd name="csX7" fmla="*/ 2359877 w 3181349"/>
              <a:gd name="csY7" fmla="*/ 1839719 h 2279562"/>
              <a:gd name="csX8" fmla="*/ 1855257 w 3181349"/>
              <a:gd name="csY8" fmla="*/ 1316045 h 2279562"/>
              <a:gd name="csX9" fmla="*/ 995493 w 3181349"/>
              <a:gd name="csY9" fmla="*/ 2112246 h 2279562"/>
              <a:gd name="csX10" fmla="*/ 789095 w 3181349"/>
              <a:gd name="csY10" fmla="*/ 2272049 h 2279562"/>
              <a:gd name="csX11" fmla="*/ 199991 w 3181349"/>
              <a:gd name="csY11" fmla="*/ 2279562 h 2279562"/>
              <a:gd name="csX0" fmla="*/ 199991 w 3164015"/>
              <a:gd name="csY0" fmla="*/ 2279562 h 2279562"/>
              <a:gd name="csX1" fmla="*/ 0 w 3164015"/>
              <a:gd name="csY1" fmla="*/ 2275661 h 2279562"/>
              <a:gd name="csX2" fmla="*/ 2476723 w 3164015"/>
              <a:gd name="csY2" fmla="*/ 0 h 2279562"/>
              <a:gd name="csX3" fmla="*/ 3164015 w 3164015"/>
              <a:gd name="csY3" fmla="*/ 893861 h 2279562"/>
              <a:gd name="csX4" fmla="*/ 3146124 w 3164015"/>
              <a:gd name="csY4" fmla="*/ 923455 h 2279562"/>
              <a:gd name="csX5" fmla="*/ 2857106 w 3164015"/>
              <a:gd name="csY5" fmla="*/ 1275578 h 2279562"/>
              <a:gd name="csX6" fmla="*/ 2449306 w 3164015"/>
              <a:gd name="csY6" fmla="*/ 886502 h 2279562"/>
              <a:gd name="csX7" fmla="*/ 2359877 w 3164015"/>
              <a:gd name="csY7" fmla="*/ 1839719 h 2279562"/>
              <a:gd name="csX8" fmla="*/ 1855257 w 3164015"/>
              <a:gd name="csY8" fmla="*/ 1316045 h 2279562"/>
              <a:gd name="csX9" fmla="*/ 995493 w 3164015"/>
              <a:gd name="csY9" fmla="*/ 2112246 h 2279562"/>
              <a:gd name="csX10" fmla="*/ 789095 w 3164015"/>
              <a:gd name="csY10" fmla="*/ 2272049 h 2279562"/>
              <a:gd name="csX11" fmla="*/ 199991 w 3164015"/>
              <a:gd name="csY11" fmla="*/ 2279562 h 2279562"/>
              <a:gd name="csX0" fmla="*/ 199991 w 3164015"/>
              <a:gd name="csY0" fmla="*/ 2279562 h 2279562"/>
              <a:gd name="csX1" fmla="*/ 0 w 3164015"/>
              <a:gd name="csY1" fmla="*/ 2275661 h 2279562"/>
              <a:gd name="csX2" fmla="*/ 2476723 w 3164015"/>
              <a:gd name="csY2" fmla="*/ 0 h 2279562"/>
              <a:gd name="csX3" fmla="*/ 3164015 w 3164015"/>
              <a:gd name="csY3" fmla="*/ 893861 h 2279562"/>
              <a:gd name="csX4" fmla="*/ 3031123 w 3164015"/>
              <a:gd name="csY4" fmla="*/ 1066505 h 2279562"/>
              <a:gd name="csX5" fmla="*/ 2857106 w 3164015"/>
              <a:gd name="csY5" fmla="*/ 1275578 h 2279562"/>
              <a:gd name="csX6" fmla="*/ 2449306 w 3164015"/>
              <a:gd name="csY6" fmla="*/ 886502 h 2279562"/>
              <a:gd name="csX7" fmla="*/ 2359877 w 3164015"/>
              <a:gd name="csY7" fmla="*/ 1839719 h 2279562"/>
              <a:gd name="csX8" fmla="*/ 1855257 w 3164015"/>
              <a:gd name="csY8" fmla="*/ 1316045 h 2279562"/>
              <a:gd name="csX9" fmla="*/ 995493 w 3164015"/>
              <a:gd name="csY9" fmla="*/ 2112246 h 2279562"/>
              <a:gd name="csX10" fmla="*/ 789095 w 3164015"/>
              <a:gd name="csY10" fmla="*/ 2272049 h 2279562"/>
              <a:gd name="csX11" fmla="*/ 199991 w 3164015"/>
              <a:gd name="csY11" fmla="*/ 2279562 h 2279562"/>
              <a:gd name="csX0" fmla="*/ 199991 w 3121941"/>
              <a:gd name="csY0" fmla="*/ 2279562 h 2279562"/>
              <a:gd name="csX1" fmla="*/ 0 w 3121941"/>
              <a:gd name="csY1" fmla="*/ 2275661 h 2279562"/>
              <a:gd name="csX2" fmla="*/ 2476723 w 3121941"/>
              <a:gd name="csY2" fmla="*/ 0 h 2279562"/>
              <a:gd name="csX3" fmla="*/ 3121941 w 3121941"/>
              <a:gd name="csY3" fmla="*/ 944349 h 2279562"/>
              <a:gd name="csX4" fmla="*/ 3031123 w 3121941"/>
              <a:gd name="csY4" fmla="*/ 1066505 h 2279562"/>
              <a:gd name="csX5" fmla="*/ 2857106 w 3121941"/>
              <a:gd name="csY5" fmla="*/ 1275578 h 2279562"/>
              <a:gd name="csX6" fmla="*/ 2449306 w 3121941"/>
              <a:gd name="csY6" fmla="*/ 886502 h 2279562"/>
              <a:gd name="csX7" fmla="*/ 2359877 w 3121941"/>
              <a:gd name="csY7" fmla="*/ 1839719 h 2279562"/>
              <a:gd name="csX8" fmla="*/ 1855257 w 3121941"/>
              <a:gd name="csY8" fmla="*/ 1316045 h 2279562"/>
              <a:gd name="csX9" fmla="*/ 995493 w 3121941"/>
              <a:gd name="csY9" fmla="*/ 2112246 h 2279562"/>
              <a:gd name="csX10" fmla="*/ 789095 w 3121941"/>
              <a:gd name="csY10" fmla="*/ 2272049 h 2279562"/>
              <a:gd name="csX11" fmla="*/ 199991 w 3121941"/>
              <a:gd name="csY11" fmla="*/ 2279562 h 2279562"/>
              <a:gd name="csX0" fmla="*/ 199991 w 3155599"/>
              <a:gd name="csY0" fmla="*/ 2279562 h 2279562"/>
              <a:gd name="csX1" fmla="*/ 0 w 3155599"/>
              <a:gd name="csY1" fmla="*/ 2275661 h 2279562"/>
              <a:gd name="csX2" fmla="*/ 2476723 w 3155599"/>
              <a:gd name="csY2" fmla="*/ 0 h 2279562"/>
              <a:gd name="csX3" fmla="*/ 3155599 w 3155599"/>
              <a:gd name="csY3" fmla="*/ 896666 h 2279562"/>
              <a:gd name="csX4" fmla="*/ 3031123 w 3155599"/>
              <a:gd name="csY4" fmla="*/ 1066505 h 2279562"/>
              <a:gd name="csX5" fmla="*/ 2857106 w 3155599"/>
              <a:gd name="csY5" fmla="*/ 1275578 h 2279562"/>
              <a:gd name="csX6" fmla="*/ 2449306 w 3155599"/>
              <a:gd name="csY6" fmla="*/ 886502 h 2279562"/>
              <a:gd name="csX7" fmla="*/ 2359877 w 3155599"/>
              <a:gd name="csY7" fmla="*/ 1839719 h 2279562"/>
              <a:gd name="csX8" fmla="*/ 1855257 w 3155599"/>
              <a:gd name="csY8" fmla="*/ 1316045 h 2279562"/>
              <a:gd name="csX9" fmla="*/ 995493 w 3155599"/>
              <a:gd name="csY9" fmla="*/ 2112246 h 2279562"/>
              <a:gd name="csX10" fmla="*/ 789095 w 3155599"/>
              <a:gd name="csY10" fmla="*/ 2272049 h 2279562"/>
              <a:gd name="csX11" fmla="*/ 199991 w 3155599"/>
              <a:gd name="csY11" fmla="*/ 2279562 h 2279562"/>
              <a:gd name="csX0" fmla="*/ 199991 w 3155599"/>
              <a:gd name="csY0" fmla="*/ 2279562 h 2279562"/>
              <a:gd name="csX1" fmla="*/ 0 w 3155599"/>
              <a:gd name="csY1" fmla="*/ 2275661 h 2279562"/>
              <a:gd name="csX2" fmla="*/ 2476723 w 3155599"/>
              <a:gd name="csY2" fmla="*/ 0 h 2279562"/>
              <a:gd name="csX3" fmla="*/ 3155599 w 3155599"/>
              <a:gd name="csY3" fmla="*/ 896666 h 2279562"/>
              <a:gd name="csX4" fmla="*/ 3033928 w 3155599"/>
              <a:gd name="csY4" fmla="*/ 1055286 h 2279562"/>
              <a:gd name="csX5" fmla="*/ 2857106 w 3155599"/>
              <a:gd name="csY5" fmla="*/ 1275578 h 2279562"/>
              <a:gd name="csX6" fmla="*/ 2449306 w 3155599"/>
              <a:gd name="csY6" fmla="*/ 886502 h 2279562"/>
              <a:gd name="csX7" fmla="*/ 2359877 w 3155599"/>
              <a:gd name="csY7" fmla="*/ 1839719 h 2279562"/>
              <a:gd name="csX8" fmla="*/ 1855257 w 3155599"/>
              <a:gd name="csY8" fmla="*/ 1316045 h 2279562"/>
              <a:gd name="csX9" fmla="*/ 995493 w 3155599"/>
              <a:gd name="csY9" fmla="*/ 2112246 h 2279562"/>
              <a:gd name="csX10" fmla="*/ 789095 w 3155599"/>
              <a:gd name="csY10" fmla="*/ 2272049 h 2279562"/>
              <a:gd name="csX11" fmla="*/ 199991 w 3155599"/>
              <a:gd name="csY11" fmla="*/ 2279562 h 2279562"/>
              <a:gd name="csX0" fmla="*/ 199991 w 3155599"/>
              <a:gd name="csY0" fmla="*/ 2279562 h 2279562"/>
              <a:gd name="csX1" fmla="*/ 0 w 3155599"/>
              <a:gd name="csY1" fmla="*/ 2275661 h 2279562"/>
              <a:gd name="csX2" fmla="*/ 2476723 w 3155599"/>
              <a:gd name="csY2" fmla="*/ 0 h 2279562"/>
              <a:gd name="csX3" fmla="*/ 3155599 w 3155599"/>
              <a:gd name="csY3" fmla="*/ 896666 h 2279562"/>
              <a:gd name="csX4" fmla="*/ 3033928 w 3155599"/>
              <a:gd name="csY4" fmla="*/ 1055286 h 2279562"/>
              <a:gd name="csX5" fmla="*/ 2775764 w 3155599"/>
              <a:gd name="csY5" fmla="*/ 1314846 h 2279562"/>
              <a:gd name="csX6" fmla="*/ 2449306 w 3155599"/>
              <a:gd name="csY6" fmla="*/ 886502 h 2279562"/>
              <a:gd name="csX7" fmla="*/ 2359877 w 3155599"/>
              <a:gd name="csY7" fmla="*/ 1839719 h 2279562"/>
              <a:gd name="csX8" fmla="*/ 1855257 w 3155599"/>
              <a:gd name="csY8" fmla="*/ 1316045 h 2279562"/>
              <a:gd name="csX9" fmla="*/ 995493 w 3155599"/>
              <a:gd name="csY9" fmla="*/ 2112246 h 2279562"/>
              <a:gd name="csX10" fmla="*/ 789095 w 3155599"/>
              <a:gd name="csY10" fmla="*/ 2272049 h 2279562"/>
              <a:gd name="csX11" fmla="*/ 199991 w 3155599"/>
              <a:gd name="csY11" fmla="*/ 2279562 h 2279562"/>
              <a:gd name="csX0" fmla="*/ 199991 w 3155599"/>
              <a:gd name="csY0" fmla="*/ 2279562 h 2279562"/>
              <a:gd name="csX1" fmla="*/ 0 w 3155599"/>
              <a:gd name="csY1" fmla="*/ 2275661 h 2279562"/>
              <a:gd name="csX2" fmla="*/ 2476723 w 3155599"/>
              <a:gd name="csY2" fmla="*/ 0 h 2279562"/>
              <a:gd name="csX3" fmla="*/ 3155599 w 3155599"/>
              <a:gd name="csY3" fmla="*/ 896666 h 2279562"/>
              <a:gd name="csX4" fmla="*/ 3022708 w 3155599"/>
              <a:gd name="csY4" fmla="*/ 1049676 h 2279562"/>
              <a:gd name="csX5" fmla="*/ 2775764 w 3155599"/>
              <a:gd name="csY5" fmla="*/ 1314846 h 2279562"/>
              <a:gd name="csX6" fmla="*/ 2449306 w 3155599"/>
              <a:gd name="csY6" fmla="*/ 886502 h 2279562"/>
              <a:gd name="csX7" fmla="*/ 2359877 w 3155599"/>
              <a:gd name="csY7" fmla="*/ 1839719 h 2279562"/>
              <a:gd name="csX8" fmla="*/ 1855257 w 3155599"/>
              <a:gd name="csY8" fmla="*/ 1316045 h 2279562"/>
              <a:gd name="csX9" fmla="*/ 995493 w 3155599"/>
              <a:gd name="csY9" fmla="*/ 2112246 h 2279562"/>
              <a:gd name="csX10" fmla="*/ 789095 w 3155599"/>
              <a:gd name="csY10" fmla="*/ 2272049 h 2279562"/>
              <a:gd name="csX11" fmla="*/ 199991 w 3155599"/>
              <a:gd name="csY11" fmla="*/ 2279562 h 2279562"/>
              <a:gd name="csX0" fmla="*/ 199991 w 3155599"/>
              <a:gd name="csY0" fmla="*/ 2279562 h 2279562"/>
              <a:gd name="csX1" fmla="*/ 0 w 3155599"/>
              <a:gd name="csY1" fmla="*/ 2275661 h 2279562"/>
              <a:gd name="csX2" fmla="*/ 2476723 w 3155599"/>
              <a:gd name="csY2" fmla="*/ 0 h 2279562"/>
              <a:gd name="csX3" fmla="*/ 3155599 w 3155599"/>
              <a:gd name="csY3" fmla="*/ 896666 h 2279562"/>
              <a:gd name="csX4" fmla="*/ 3022708 w 3155599"/>
              <a:gd name="csY4" fmla="*/ 1049676 h 2279562"/>
              <a:gd name="csX5" fmla="*/ 2784179 w 3155599"/>
              <a:gd name="csY5" fmla="*/ 1326066 h 2279562"/>
              <a:gd name="csX6" fmla="*/ 2449306 w 3155599"/>
              <a:gd name="csY6" fmla="*/ 886502 h 2279562"/>
              <a:gd name="csX7" fmla="*/ 2359877 w 3155599"/>
              <a:gd name="csY7" fmla="*/ 1839719 h 2279562"/>
              <a:gd name="csX8" fmla="*/ 1855257 w 3155599"/>
              <a:gd name="csY8" fmla="*/ 1316045 h 2279562"/>
              <a:gd name="csX9" fmla="*/ 995493 w 3155599"/>
              <a:gd name="csY9" fmla="*/ 2112246 h 2279562"/>
              <a:gd name="csX10" fmla="*/ 789095 w 3155599"/>
              <a:gd name="csY10" fmla="*/ 2272049 h 2279562"/>
              <a:gd name="csX11" fmla="*/ 199991 w 3155599"/>
              <a:gd name="csY11" fmla="*/ 2279562 h 2279562"/>
              <a:gd name="csX0" fmla="*/ 199991 w 3155599"/>
              <a:gd name="csY0" fmla="*/ 2279562 h 2279562"/>
              <a:gd name="csX1" fmla="*/ 0 w 3155599"/>
              <a:gd name="csY1" fmla="*/ 2275661 h 2279562"/>
              <a:gd name="csX2" fmla="*/ 2476723 w 3155599"/>
              <a:gd name="csY2" fmla="*/ 0 h 2279562"/>
              <a:gd name="csX3" fmla="*/ 3155599 w 3155599"/>
              <a:gd name="csY3" fmla="*/ 896666 h 2279562"/>
              <a:gd name="csX4" fmla="*/ 3022708 w 3155599"/>
              <a:gd name="csY4" fmla="*/ 1049676 h 2279562"/>
              <a:gd name="csX5" fmla="*/ 2784179 w 3155599"/>
              <a:gd name="csY5" fmla="*/ 1326066 h 2279562"/>
              <a:gd name="csX6" fmla="*/ 2449306 w 3155599"/>
              <a:gd name="csY6" fmla="*/ 886502 h 2279562"/>
              <a:gd name="csX7" fmla="*/ 2359877 w 3155599"/>
              <a:gd name="csY7" fmla="*/ 1839719 h 2279562"/>
              <a:gd name="csX8" fmla="*/ 1855257 w 3155599"/>
              <a:gd name="csY8" fmla="*/ 1316045 h 2279562"/>
              <a:gd name="csX9" fmla="*/ 995493 w 3155599"/>
              <a:gd name="csY9" fmla="*/ 2112246 h 2279562"/>
              <a:gd name="csX10" fmla="*/ 789095 w 3155599"/>
              <a:gd name="csY10" fmla="*/ 2272049 h 2279562"/>
              <a:gd name="csX11" fmla="*/ 199991 w 3155599"/>
              <a:gd name="csY11" fmla="*/ 2279562 h 2279562"/>
              <a:gd name="csX0" fmla="*/ 199991 w 3155599"/>
              <a:gd name="csY0" fmla="*/ 2279562 h 2279562"/>
              <a:gd name="csX1" fmla="*/ 0 w 3155599"/>
              <a:gd name="csY1" fmla="*/ 2275661 h 2279562"/>
              <a:gd name="csX2" fmla="*/ 2476723 w 3155599"/>
              <a:gd name="csY2" fmla="*/ 0 h 2279562"/>
              <a:gd name="csX3" fmla="*/ 3155599 w 3155599"/>
              <a:gd name="csY3" fmla="*/ 896666 h 2279562"/>
              <a:gd name="csX4" fmla="*/ 3022708 w 3155599"/>
              <a:gd name="csY4" fmla="*/ 1049676 h 2279562"/>
              <a:gd name="csX5" fmla="*/ 2795609 w 3155599"/>
              <a:gd name="csY5" fmla="*/ 1331781 h 2279562"/>
              <a:gd name="csX6" fmla="*/ 2449306 w 3155599"/>
              <a:gd name="csY6" fmla="*/ 886502 h 2279562"/>
              <a:gd name="csX7" fmla="*/ 2359877 w 3155599"/>
              <a:gd name="csY7" fmla="*/ 1839719 h 2279562"/>
              <a:gd name="csX8" fmla="*/ 1855257 w 3155599"/>
              <a:gd name="csY8" fmla="*/ 1316045 h 2279562"/>
              <a:gd name="csX9" fmla="*/ 995493 w 3155599"/>
              <a:gd name="csY9" fmla="*/ 2112246 h 2279562"/>
              <a:gd name="csX10" fmla="*/ 789095 w 3155599"/>
              <a:gd name="csY10" fmla="*/ 2272049 h 2279562"/>
              <a:gd name="csX11" fmla="*/ 199991 w 3155599"/>
              <a:gd name="csY11" fmla="*/ 2279562 h 2279562"/>
              <a:gd name="csX0" fmla="*/ 199991 w 3155599"/>
              <a:gd name="csY0" fmla="*/ 2279562 h 2279562"/>
              <a:gd name="csX1" fmla="*/ 0 w 3155599"/>
              <a:gd name="csY1" fmla="*/ 2275661 h 2279562"/>
              <a:gd name="csX2" fmla="*/ 2476723 w 3155599"/>
              <a:gd name="csY2" fmla="*/ 0 h 2279562"/>
              <a:gd name="csX3" fmla="*/ 3155599 w 3155599"/>
              <a:gd name="csY3" fmla="*/ 896666 h 2279562"/>
              <a:gd name="csX4" fmla="*/ 3028423 w 3155599"/>
              <a:gd name="csY4" fmla="*/ 1055391 h 2279562"/>
              <a:gd name="csX5" fmla="*/ 2795609 w 3155599"/>
              <a:gd name="csY5" fmla="*/ 1331781 h 2279562"/>
              <a:gd name="csX6" fmla="*/ 2449306 w 3155599"/>
              <a:gd name="csY6" fmla="*/ 886502 h 2279562"/>
              <a:gd name="csX7" fmla="*/ 2359877 w 3155599"/>
              <a:gd name="csY7" fmla="*/ 1839719 h 2279562"/>
              <a:gd name="csX8" fmla="*/ 1855257 w 3155599"/>
              <a:gd name="csY8" fmla="*/ 1316045 h 2279562"/>
              <a:gd name="csX9" fmla="*/ 995493 w 3155599"/>
              <a:gd name="csY9" fmla="*/ 2112246 h 2279562"/>
              <a:gd name="csX10" fmla="*/ 789095 w 3155599"/>
              <a:gd name="csY10" fmla="*/ 2272049 h 2279562"/>
              <a:gd name="csX11" fmla="*/ 199991 w 3155599"/>
              <a:gd name="csY11" fmla="*/ 2279562 h 2279562"/>
              <a:gd name="csX0" fmla="*/ 199991 w 3155599"/>
              <a:gd name="csY0" fmla="*/ 2279562 h 2279562"/>
              <a:gd name="csX1" fmla="*/ 0 w 3155599"/>
              <a:gd name="csY1" fmla="*/ 2275661 h 2279562"/>
              <a:gd name="csX2" fmla="*/ 2476723 w 3155599"/>
              <a:gd name="csY2" fmla="*/ 0 h 2279562"/>
              <a:gd name="csX3" fmla="*/ 3155599 w 3155599"/>
              <a:gd name="csY3" fmla="*/ 902381 h 2279562"/>
              <a:gd name="csX4" fmla="*/ 3028423 w 3155599"/>
              <a:gd name="csY4" fmla="*/ 1055391 h 2279562"/>
              <a:gd name="csX5" fmla="*/ 2795609 w 3155599"/>
              <a:gd name="csY5" fmla="*/ 1331781 h 2279562"/>
              <a:gd name="csX6" fmla="*/ 2449306 w 3155599"/>
              <a:gd name="csY6" fmla="*/ 886502 h 2279562"/>
              <a:gd name="csX7" fmla="*/ 2359877 w 3155599"/>
              <a:gd name="csY7" fmla="*/ 1839719 h 2279562"/>
              <a:gd name="csX8" fmla="*/ 1855257 w 3155599"/>
              <a:gd name="csY8" fmla="*/ 1316045 h 2279562"/>
              <a:gd name="csX9" fmla="*/ 995493 w 3155599"/>
              <a:gd name="csY9" fmla="*/ 2112246 h 2279562"/>
              <a:gd name="csX10" fmla="*/ 789095 w 3155599"/>
              <a:gd name="csY10" fmla="*/ 2272049 h 2279562"/>
              <a:gd name="csX11" fmla="*/ 199991 w 3155599"/>
              <a:gd name="csY11" fmla="*/ 2279562 h 2279562"/>
              <a:gd name="csX0" fmla="*/ 199991 w 3161314"/>
              <a:gd name="csY0" fmla="*/ 2279562 h 2279562"/>
              <a:gd name="csX1" fmla="*/ 0 w 3161314"/>
              <a:gd name="csY1" fmla="*/ 2275661 h 2279562"/>
              <a:gd name="csX2" fmla="*/ 2476723 w 3161314"/>
              <a:gd name="csY2" fmla="*/ 0 h 2279562"/>
              <a:gd name="csX3" fmla="*/ 3161314 w 3161314"/>
              <a:gd name="csY3" fmla="*/ 908096 h 2279562"/>
              <a:gd name="csX4" fmla="*/ 3028423 w 3161314"/>
              <a:gd name="csY4" fmla="*/ 1055391 h 2279562"/>
              <a:gd name="csX5" fmla="*/ 2795609 w 3161314"/>
              <a:gd name="csY5" fmla="*/ 1331781 h 2279562"/>
              <a:gd name="csX6" fmla="*/ 2449306 w 3161314"/>
              <a:gd name="csY6" fmla="*/ 886502 h 2279562"/>
              <a:gd name="csX7" fmla="*/ 2359877 w 3161314"/>
              <a:gd name="csY7" fmla="*/ 1839719 h 2279562"/>
              <a:gd name="csX8" fmla="*/ 1855257 w 3161314"/>
              <a:gd name="csY8" fmla="*/ 1316045 h 2279562"/>
              <a:gd name="csX9" fmla="*/ 995493 w 3161314"/>
              <a:gd name="csY9" fmla="*/ 2112246 h 2279562"/>
              <a:gd name="csX10" fmla="*/ 789095 w 3161314"/>
              <a:gd name="csY10" fmla="*/ 2272049 h 2279562"/>
              <a:gd name="csX11" fmla="*/ 199991 w 3161314"/>
              <a:gd name="csY11" fmla="*/ 2279562 h 2279562"/>
              <a:gd name="csX0" fmla="*/ 199991 w 3164226"/>
              <a:gd name="csY0" fmla="*/ 2279562 h 2279562"/>
              <a:gd name="csX1" fmla="*/ 0 w 3164226"/>
              <a:gd name="csY1" fmla="*/ 2275661 h 2279562"/>
              <a:gd name="csX2" fmla="*/ 2476723 w 3164226"/>
              <a:gd name="csY2" fmla="*/ 0 h 2279562"/>
              <a:gd name="csX3" fmla="*/ 3164226 w 3164226"/>
              <a:gd name="csY3" fmla="*/ 899360 h 2279562"/>
              <a:gd name="csX4" fmla="*/ 3028423 w 3164226"/>
              <a:gd name="csY4" fmla="*/ 1055391 h 2279562"/>
              <a:gd name="csX5" fmla="*/ 2795609 w 3164226"/>
              <a:gd name="csY5" fmla="*/ 1331781 h 2279562"/>
              <a:gd name="csX6" fmla="*/ 2449306 w 3164226"/>
              <a:gd name="csY6" fmla="*/ 886502 h 2279562"/>
              <a:gd name="csX7" fmla="*/ 2359877 w 3164226"/>
              <a:gd name="csY7" fmla="*/ 1839719 h 2279562"/>
              <a:gd name="csX8" fmla="*/ 1855257 w 3164226"/>
              <a:gd name="csY8" fmla="*/ 1316045 h 2279562"/>
              <a:gd name="csX9" fmla="*/ 995493 w 3164226"/>
              <a:gd name="csY9" fmla="*/ 2112246 h 2279562"/>
              <a:gd name="csX10" fmla="*/ 789095 w 3164226"/>
              <a:gd name="csY10" fmla="*/ 2272049 h 2279562"/>
              <a:gd name="csX11" fmla="*/ 199991 w 3164226"/>
              <a:gd name="csY11" fmla="*/ 2279562 h 2279562"/>
              <a:gd name="csX0" fmla="*/ 199991 w 3164226"/>
              <a:gd name="csY0" fmla="*/ 2279562 h 2279562"/>
              <a:gd name="csX1" fmla="*/ 0 w 3164226"/>
              <a:gd name="csY1" fmla="*/ 2275661 h 2279562"/>
              <a:gd name="csX2" fmla="*/ 2476723 w 3164226"/>
              <a:gd name="csY2" fmla="*/ 0 h 2279562"/>
              <a:gd name="csX3" fmla="*/ 3164226 w 3164226"/>
              <a:gd name="csY3" fmla="*/ 899360 h 2279562"/>
              <a:gd name="csX4" fmla="*/ 3028423 w 3164226"/>
              <a:gd name="csY4" fmla="*/ 1055391 h 2279562"/>
              <a:gd name="csX5" fmla="*/ 2795609 w 3164226"/>
              <a:gd name="csY5" fmla="*/ 1331781 h 2279562"/>
              <a:gd name="csX6" fmla="*/ 2449306 w 3164226"/>
              <a:gd name="csY6" fmla="*/ 886502 h 2279562"/>
              <a:gd name="csX7" fmla="*/ 2309077 w 3164226"/>
              <a:gd name="csY7" fmla="*/ 1906394 h 2279562"/>
              <a:gd name="csX8" fmla="*/ 1855257 w 3164226"/>
              <a:gd name="csY8" fmla="*/ 1316045 h 2279562"/>
              <a:gd name="csX9" fmla="*/ 995493 w 3164226"/>
              <a:gd name="csY9" fmla="*/ 2112246 h 2279562"/>
              <a:gd name="csX10" fmla="*/ 789095 w 3164226"/>
              <a:gd name="csY10" fmla="*/ 2272049 h 2279562"/>
              <a:gd name="csX11" fmla="*/ 199991 w 3164226"/>
              <a:gd name="csY11" fmla="*/ 2279562 h 2279562"/>
              <a:gd name="csX0" fmla="*/ 199991 w 3164226"/>
              <a:gd name="csY0" fmla="*/ 2279562 h 2279562"/>
              <a:gd name="csX1" fmla="*/ 0 w 3164226"/>
              <a:gd name="csY1" fmla="*/ 2275661 h 2279562"/>
              <a:gd name="csX2" fmla="*/ 2476723 w 3164226"/>
              <a:gd name="csY2" fmla="*/ 0 h 2279562"/>
              <a:gd name="csX3" fmla="*/ 3164226 w 3164226"/>
              <a:gd name="csY3" fmla="*/ 899360 h 2279562"/>
              <a:gd name="csX4" fmla="*/ 3028423 w 3164226"/>
              <a:gd name="csY4" fmla="*/ 1055391 h 2279562"/>
              <a:gd name="csX5" fmla="*/ 2795609 w 3164226"/>
              <a:gd name="csY5" fmla="*/ 1331781 h 2279562"/>
              <a:gd name="csX6" fmla="*/ 2449306 w 3164226"/>
              <a:gd name="csY6" fmla="*/ 886502 h 2279562"/>
              <a:gd name="csX7" fmla="*/ 2309077 w 3164226"/>
              <a:gd name="csY7" fmla="*/ 1906394 h 2279562"/>
              <a:gd name="csX8" fmla="*/ 1855257 w 3164226"/>
              <a:gd name="csY8" fmla="*/ 1316045 h 2279562"/>
              <a:gd name="csX9" fmla="*/ 990050 w 3164226"/>
              <a:gd name="csY9" fmla="*/ 2104082 h 2279562"/>
              <a:gd name="csX10" fmla="*/ 789095 w 3164226"/>
              <a:gd name="csY10" fmla="*/ 2272049 h 2279562"/>
              <a:gd name="csX11" fmla="*/ 199991 w 3164226"/>
              <a:gd name="csY11" fmla="*/ 2279562 h 2279562"/>
              <a:gd name="csX0" fmla="*/ 199991 w 3164226"/>
              <a:gd name="csY0" fmla="*/ 2279562 h 2279562"/>
              <a:gd name="csX1" fmla="*/ 0 w 3164226"/>
              <a:gd name="csY1" fmla="*/ 2275661 h 2279562"/>
              <a:gd name="csX2" fmla="*/ 2476723 w 3164226"/>
              <a:gd name="csY2" fmla="*/ 0 h 2279562"/>
              <a:gd name="csX3" fmla="*/ 3164226 w 3164226"/>
              <a:gd name="csY3" fmla="*/ 899360 h 2279562"/>
              <a:gd name="csX4" fmla="*/ 3028423 w 3164226"/>
              <a:gd name="csY4" fmla="*/ 1055391 h 2279562"/>
              <a:gd name="csX5" fmla="*/ 2795609 w 3164226"/>
              <a:gd name="csY5" fmla="*/ 1331781 h 2279562"/>
              <a:gd name="csX6" fmla="*/ 2400321 w 3164226"/>
              <a:gd name="csY6" fmla="*/ 813024 h 2279562"/>
              <a:gd name="csX7" fmla="*/ 2309077 w 3164226"/>
              <a:gd name="csY7" fmla="*/ 1906394 h 2279562"/>
              <a:gd name="csX8" fmla="*/ 1855257 w 3164226"/>
              <a:gd name="csY8" fmla="*/ 1316045 h 2279562"/>
              <a:gd name="csX9" fmla="*/ 990050 w 3164226"/>
              <a:gd name="csY9" fmla="*/ 2104082 h 2279562"/>
              <a:gd name="csX10" fmla="*/ 789095 w 3164226"/>
              <a:gd name="csY10" fmla="*/ 2272049 h 2279562"/>
              <a:gd name="csX11" fmla="*/ 199991 w 3164226"/>
              <a:gd name="csY11" fmla="*/ 2279562 h 2279562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400321 w 3164226"/>
              <a:gd name="csY6" fmla="*/ 1141637 h 2608175"/>
              <a:gd name="csX7" fmla="*/ 2309077 w 3164226"/>
              <a:gd name="csY7" fmla="*/ 2235007 h 2608175"/>
              <a:gd name="csX8" fmla="*/ 1855257 w 3164226"/>
              <a:gd name="csY8" fmla="*/ 1644658 h 2608175"/>
              <a:gd name="csX9" fmla="*/ 990050 w 3164226"/>
              <a:gd name="csY9" fmla="*/ 2432695 h 2608175"/>
              <a:gd name="csX10" fmla="*/ 789095 w 3164226"/>
              <a:gd name="csY10" fmla="*/ 2600662 h 2608175"/>
              <a:gd name="csX11" fmla="*/ 199991 w 3164226"/>
              <a:gd name="csY11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224109 w 3164226"/>
              <a:gd name="csY6" fmla="*/ 898749 h 2608175"/>
              <a:gd name="csX7" fmla="*/ 2309077 w 3164226"/>
              <a:gd name="csY7" fmla="*/ 2235007 h 2608175"/>
              <a:gd name="csX8" fmla="*/ 1855257 w 3164226"/>
              <a:gd name="csY8" fmla="*/ 1644658 h 2608175"/>
              <a:gd name="csX9" fmla="*/ 990050 w 3164226"/>
              <a:gd name="csY9" fmla="*/ 2432695 h 2608175"/>
              <a:gd name="csX10" fmla="*/ 789095 w 3164226"/>
              <a:gd name="csY10" fmla="*/ 2600662 h 2608175"/>
              <a:gd name="csX11" fmla="*/ 199991 w 3164226"/>
              <a:gd name="csY11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224109 w 3164226"/>
              <a:gd name="csY6" fmla="*/ 898749 h 2608175"/>
              <a:gd name="csX7" fmla="*/ 2309077 w 3164226"/>
              <a:gd name="csY7" fmla="*/ 2235007 h 2608175"/>
              <a:gd name="csX8" fmla="*/ 1745720 w 3164226"/>
              <a:gd name="csY8" fmla="*/ 1497020 h 2608175"/>
              <a:gd name="csX9" fmla="*/ 990050 w 3164226"/>
              <a:gd name="csY9" fmla="*/ 2432695 h 2608175"/>
              <a:gd name="csX10" fmla="*/ 789095 w 3164226"/>
              <a:gd name="csY10" fmla="*/ 2600662 h 2608175"/>
              <a:gd name="csX11" fmla="*/ 199991 w 3164226"/>
              <a:gd name="csY11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224109 w 3164226"/>
              <a:gd name="csY6" fmla="*/ 898749 h 2608175"/>
              <a:gd name="csX7" fmla="*/ 2309077 w 3164226"/>
              <a:gd name="csY7" fmla="*/ 2235007 h 2608175"/>
              <a:gd name="csX8" fmla="*/ 1745720 w 3164226"/>
              <a:gd name="csY8" fmla="*/ 1497020 h 2608175"/>
              <a:gd name="csX9" fmla="*/ 999575 w 3164226"/>
              <a:gd name="csY9" fmla="*/ 2366020 h 2608175"/>
              <a:gd name="csX10" fmla="*/ 789095 w 3164226"/>
              <a:gd name="csY10" fmla="*/ 2600662 h 2608175"/>
              <a:gd name="csX11" fmla="*/ 199991 w 3164226"/>
              <a:gd name="csY11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218666 w 3164226"/>
              <a:gd name="csY6" fmla="*/ 898749 h 2608175"/>
              <a:gd name="csX7" fmla="*/ 2309077 w 3164226"/>
              <a:gd name="csY7" fmla="*/ 2235007 h 2608175"/>
              <a:gd name="csX8" fmla="*/ 1745720 w 3164226"/>
              <a:gd name="csY8" fmla="*/ 1497020 h 2608175"/>
              <a:gd name="csX9" fmla="*/ 999575 w 3164226"/>
              <a:gd name="csY9" fmla="*/ 2366020 h 2608175"/>
              <a:gd name="csX10" fmla="*/ 789095 w 3164226"/>
              <a:gd name="csY10" fmla="*/ 2600662 h 2608175"/>
              <a:gd name="csX11" fmla="*/ 199991 w 3164226"/>
              <a:gd name="csY11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218666 w 3164226"/>
              <a:gd name="csY6" fmla="*/ 898749 h 2608175"/>
              <a:gd name="csX7" fmla="*/ 2309077 w 3164226"/>
              <a:gd name="csY7" fmla="*/ 2235007 h 2608175"/>
              <a:gd name="csX8" fmla="*/ 1745720 w 3164226"/>
              <a:gd name="csY8" fmla="*/ 1486135 h 2608175"/>
              <a:gd name="csX9" fmla="*/ 999575 w 3164226"/>
              <a:gd name="csY9" fmla="*/ 2366020 h 2608175"/>
              <a:gd name="csX10" fmla="*/ 789095 w 3164226"/>
              <a:gd name="csY10" fmla="*/ 2600662 h 2608175"/>
              <a:gd name="csX11" fmla="*/ 199991 w 3164226"/>
              <a:gd name="csY11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218666 w 3164226"/>
              <a:gd name="csY6" fmla="*/ 898749 h 2608175"/>
              <a:gd name="csX7" fmla="*/ 2309077 w 3164226"/>
              <a:gd name="csY7" fmla="*/ 2235007 h 2608175"/>
              <a:gd name="csX8" fmla="*/ 1745720 w 3164226"/>
              <a:gd name="csY8" fmla="*/ 1486135 h 2608175"/>
              <a:gd name="csX9" fmla="*/ 999575 w 3164226"/>
              <a:gd name="csY9" fmla="*/ 2366020 h 2608175"/>
              <a:gd name="csX10" fmla="*/ 789095 w 3164226"/>
              <a:gd name="csY10" fmla="*/ 2600662 h 2608175"/>
              <a:gd name="csX11" fmla="*/ 199991 w 3164226"/>
              <a:gd name="csY11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218666 w 3164226"/>
              <a:gd name="csY6" fmla="*/ 898749 h 2608175"/>
              <a:gd name="csX7" fmla="*/ 2309077 w 3164226"/>
              <a:gd name="csY7" fmla="*/ 2235007 h 2608175"/>
              <a:gd name="csX8" fmla="*/ 1745720 w 3164226"/>
              <a:gd name="csY8" fmla="*/ 1486135 h 2608175"/>
              <a:gd name="csX9" fmla="*/ 999575 w 3164226"/>
              <a:gd name="csY9" fmla="*/ 2366020 h 2608175"/>
              <a:gd name="csX10" fmla="*/ 789095 w 3164226"/>
              <a:gd name="csY10" fmla="*/ 2600662 h 2608175"/>
              <a:gd name="csX11" fmla="*/ 199991 w 3164226"/>
              <a:gd name="csY11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218666 w 3164226"/>
              <a:gd name="csY6" fmla="*/ 898749 h 2608175"/>
              <a:gd name="csX7" fmla="*/ 2309077 w 3164226"/>
              <a:gd name="csY7" fmla="*/ 2235007 h 2608175"/>
              <a:gd name="csX8" fmla="*/ 1737556 w 3164226"/>
              <a:gd name="csY8" fmla="*/ 1486135 h 2608175"/>
              <a:gd name="csX9" fmla="*/ 999575 w 3164226"/>
              <a:gd name="csY9" fmla="*/ 2366020 h 2608175"/>
              <a:gd name="csX10" fmla="*/ 789095 w 3164226"/>
              <a:gd name="csY10" fmla="*/ 2600662 h 2608175"/>
              <a:gd name="csX11" fmla="*/ 199991 w 3164226"/>
              <a:gd name="csY11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3028423 w 3164226"/>
              <a:gd name="csY4" fmla="*/ 1384004 h 2608175"/>
              <a:gd name="csX5" fmla="*/ 2795609 w 3164226"/>
              <a:gd name="csY5" fmla="*/ 1660394 h 2608175"/>
              <a:gd name="csX6" fmla="*/ 2218666 w 3164226"/>
              <a:gd name="csY6" fmla="*/ 898749 h 2608175"/>
              <a:gd name="csX7" fmla="*/ 2309077 w 3164226"/>
              <a:gd name="csY7" fmla="*/ 2235007 h 2608175"/>
              <a:gd name="csX8" fmla="*/ 1737556 w 3164226"/>
              <a:gd name="csY8" fmla="*/ 1486135 h 2608175"/>
              <a:gd name="csX9" fmla="*/ 789095 w 3164226"/>
              <a:gd name="csY9" fmla="*/ 2600662 h 2608175"/>
              <a:gd name="csX10" fmla="*/ 199991 w 3164226"/>
              <a:gd name="csY10" fmla="*/ 2608175 h 2608175"/>
              <a:gd name="csX0" fmla="*/ 199991 w 3164226"/>
              <a:gd name="csY0" fmla="*/ 2608175 h 2608175"/>
              <a:gd name="csX1" fmla="*/ 0 w 3164226"/>
              <a:gd name="csY1" fmla="*/ 2604274 h 2608175"/>
              <a:gd name="csX2" fmla="*/ 2229073 w 3164226"/>
              <a:gd name="csY2" fmla="*/ 0 h 2608175"/>
              <a:gd name="csX3" fmla="*/ 3164226 w 3164226"/>
              <a:gd name="csY3" fmla="*/ 1227973 h 2608175"/>
              <a:gd name="csX4" fmla="*/ 2795609 w 3164226"/>
              <a:gd name="csY4" fmla="*/ 1660394 h 2608175"/>
              <a:gd name="csX5" fmla="*/ 2218666 w 3164226"/>
              <a:gd name="csY5" fmla="*/ 898749 h 2608175"/>
              <a:gd name="csX6" fmla="*/ 2309077 w 3164226"/>
              <a:gd name="csY6" fmla="*/ 2235007 h 2608175"/>
              <a:gd name="csX7" fmla="*/ 1737556 w 3164226"/>
              <a:gd name="csY7" fmla="*/ 1486135 h 2608175"/>
              <a:gd name="csX8" fmla="*/ 789095 w 3164226"/>
              <a:gd name="csY8" fmla="*/ 2600662 h 2608175"/>
              <a:gd name="csX9" fmla="*/ 199991 w 3164226"/>
              <a:gd name="csY9" fmla="*/ 2608175 h 2608175"/>
              <a:gd name="csX0" fmla="*/ 789095 w 3164226"/>
              <a:gd name="csY0" fmla="*/ 2600662 h 2604274"/>
              <a:gd name="csX1" fmla="*/ 0 w 3164226"/>
              <a:gd name="csY1" fmla="*/ 2604274 h 2604274"/>
              <a:gd name="csX2" fmla="*/ 2229073 w 3164226"/>
              <a:gd name="csY2" fmla="*/ 0 h 2604274"/>
              <a:gd name="csX3" fmla="*/ 3164226 w 3164226"/>
              <a:gd name="csY3" fmla="*/ 1227973 h 2604274"/>
              <a:gd name="csX4" fmla="*/ 2795609 w 3164226"/>
              <a:gd name="csY4" fmla="*/ 1660394 h 2604274"/>
              <a:gd name="csX5" fmla="*/ 2218666 w 3164226"/>
              <a:gd name="csY5" fmla="*/ 898749 h 2604274"/>
              <a:gd name="csX6" fmla="*/ 2309077 w 3164226"/>
              <a:gd name="csY6" fmla="*/ 2235007 h 2604274"/>
              <a:gd name="csX7" fmla="*/ 1737556 w 3164226"/>
              <a:gd name="csY7" fmla="*/ 1486135 h 2604274"/>
              <a:gd name="csX8" fmla="*/ 789095 w 3164226"/>
              <a:gd name="csY8" fmla="*/ 2600662 h 2604274"/>
              <a:gd name="csX0" fmla="*/ 789095 w 3164226"/>
              <a:gd name="csY0" fmla="*/ 2597940 h 2601552"/>
              <a:gd name="csX1" fmla="*/ 0 w 3164226"/>
              <a:gd name="csY1" fmla="*/ 2601552 h 2601552"/>
              <a:gd name="csX2" fmla="*/ 2218187 w 3164226"/>
              <a:gd name="csY2" fmla="*/ 0 h 2601552"/>
              <a:gd name="csX3" fmla="*/ 3164226 w 3164226"/>
              <a:gd name="csY3" fmla="*/ 1225251 h 2601552"/>
              <a:gd name="csX4" fmla="*/ 2795609 w 3164226"/>
              <a:gd name="csY4" fmla="*/ 1657672 h 2601552"/>
              <a:gd name="csX5" fmla="*/ 2218666 w 3164226"/>
              <a:gd name="csY5" fmla="*/ 896027 h 2601552"/>
              <a:gd name="csX6" fmla="*/ 2309077 w 3164226"/>
              <a:gd name="csY6" fmla="*/ 2232285 h 2601552"/>
              <a:gd name="csX7" fmla="*/ 1737556 w 3164226"/>
              <a:gd name="csY7" fmla="*/ 1483413 h 2601552"/>
              <a:gd name="csX8" fmla="*/ 789095 w 3164226"/>
              <a:gd name="csY8" fmla="*/ 2597940 h 2601552"/>
              <a:gd name="csX0" fmla="*/ 789095 w 3164226"/>
              <a:gd name="csY0" fmla="*/ 2597940 h 2601552"/>
              <a:gd name="csX1" fmla="*/ 0 w 3164226"/>
              <a:gd name="csY1" fmla="*/ 2601552 h 2601552"/>
              <a:gd name="csX2" fmla="*/ 2218187 w 3164226"/>
              <a:gd name="csY2" fmla="*/ 0 h 2601552"/>
              <a:gd name="csX3" fmla="*/ 3164226 w 3164226"/>
              <a:gd name="csY3" fmla="*/ 1230039 h 2601552"/>
              <a:gd name="csX4" fmla="*/ 2795609 w 3164226"/>
              <a:gd name="csY4" fmla="*/ 1657672 h 2601552"/>
              <a:gd name="csX5" fmla="*/ 2218666 w 3164226"/>
              <a:gd name="csY5" fmla="*/ 896027 h 2601552"/>
              <a:gd name="csX6" fmla="*/ 2309077 w 3164226"/>
              <a:gd name="csY6" fmla="*/ 2232285 h 2601552"/>
              <a:gd name="csX7" fmla="*/ 1737556 w 3164226"/>
              <a:gd name="csY7" fmla="*/ 1483413 h 2601552"/>
              <a:gd name="csX8" fmla="*/ 789095 w 3164226"/>
              <a:gd name="csY8" fmla="*/ 2597940 h 2601552"/>
              <a:gd name="csX0" fmla="*/ 789095 w 3164226"/>
              <a:gd name="csY0" fmla="*/ 2597940 h 2601552"/>
              <a:gd name="csX1" fmla="*/ 0 w 3164226"/>
              <a:gd name="csY1" fmla="*/ 2601552 h 2601552"/>
              <a:gd name="csX2" fmla="*/ 2218187 w 3164226"/>
              <a:gd name="csY2" fmla="*/ 0 h 2601552"/>
              <a:gd name="csX3" fmla="*/ 3164226 w 3164226"/>
              <a:gd name="csY3" fmla="*/ 1230039 h 2601552"/>
              <a:gd name="csX4" fmla="*/ 2798003 w 3164226"/>
              <a:gd name="csY4" fmla="*/ 1660066 h 2601552"/>
              <a:gd name="csX5" fmla="*/ 2218666 w 3164226"/>
              <a:gd name="csY5" fmla="*/ 896027 h 2601552"/>
              <a:gd name="csX6" fmla="*/ 2309077 w 3164226"/>
              <a:gd name="csY6" fmla="*/ 2232285 h 2601552"/>
              <a:gd name="csX7" fmla="*/ 1737556 w 3164226"/>
              <a:gd name="csY7" fmla="*/ 1483413 h 2601552"/>
              <a:gd name="csX8" fmla="*/ 789095 w 3164226"/>
              <a:gd name="csY8" fmla="*/ 2597940 h 2601552"/>
              <a:gd name="csX0" fmla="*/ 791489 w 3166620"/>
              <a:gd name="csY0" fmla="*/ 2597940 h 2603945"/>
              <a:gd name="csX1" fmla="*/ 0 w 3166620"/>
              <a:gd name="csY1" fmla="*/ 2603945 h 2603945"/>
              <a:gd name="csX2" fmla="*/ 2220581 w 3166620"/>
              <a:gd name="csY2" fmla="*/ 0 h 2603945"/>
              <a:gd name="csX3" fmla="*/ 3166620 w 3166620"/>
              <a:gd name="csY3" fmla="*/ 1230039 h 2603945"/>
              <a:gd name="csX4" fmla="*/ 2800397 w 3166620"/>
              <a:gd name="csY4" fmla="*/ 1660066 h 2603945"/>
              <a:gd name="csX5" fmla="*/ 2221060 w 3166620"/>
              <a:gd name="csY5" fmla="*/ 896027 h 2603945"/>
              <a:gd name="csX6" fmla="*/ 2311471 w 3166620"/>
              <a:gd name="csY6" fmla="*/ 2232285 h 2603945"/>
              <a:gd name="csX7" fmla="*/ 1739950 w 3166620"/>
              <a:gd name="csY7" fmla="*/ 1483413 h 2603945"/>
              <a:gd name="csX8" fmla="*/ 791489 w 3166620"/>
              <a:gd name="csY8" fmla="*/ 2597940 h 2603945"/>
              <a:gd name="csX0" fmla="*/ 801064 w 3166620"/>
              <a:gd name="csY0" fmla="*/ 2600334 h 2603945"/>
              <a:gd name="csX1" fmla="*/ 0 w 3166620"/>
              <a:gd name="csY1" fmla="*/ 2603945 h 2603945"/>
              <a:gd name="csX2" fmla="*/ 2220581 w 3166620"/>
              <a:gd name="csY2" fmla="*/ 0 h 2603945"/>
              <a:gd name="csX3" fmla="*/ 3166620 w 3166620"/>
              <a:gd name="csY3" fmla="*/ 1230039 h 2603945"/>
              <a:gd name="csX4" fmla="*/ 2800397 w 3166620"/>
              <a:gd name="csY4" fmla="*/ 1660066 h 2603945"/>
              <a:gd name="csX5" fmla="*/ 2221060 w 3166620"/>
              <a:gd name="csY5" fmla="*/ 896027 h 2603945"/>
              <a:gd name="csX6" fmla="*/ 2311471 w 3166620"/>
              <a:gd name="csY6" fmla="*/ 2232285 h 2603945"/>
              <a:gd name="csX7" fmla="*/ 1739950 w 3166620"/>
              <a:gd name="csY7" fmla="*/ 1483413 h 2603945"/>
              <a:gd name="csX8" fmla="*/ 801064 w 3166620"/>
              <a:gd name="csY8" fmla="*/ 2600334 h 2603945"/>
              <a:gd name="csX0" fmla="*/ 801064 w 3166620"/>
              <a:gd name="csY0" fmla="*/ 2600334 h 2603945"/>
              <a:gd name="csX1" fmla="*/ 0 w 3166620"/>
              <a:gd name="csY1" fmla="*/ 2603945 h 2603945"/>
              <a:gd name="csX2" fmla="*/ 2220581 w 3166620"/>
              <a:gd name="csY2" fmla="*/ 0 h 2603945"/>
              <a:gd name="csX3" fmla="*/ 3166620 w 3166620"/>
              <a:gd name="csY3" fmla="*/ 1230039 h 2603945"/>
              <a:gd name="csX4" fmla="*/ 2800397 w 3166620"/>
              <a:gd name="csY4" fmla="*/ 1648229 h 2603945"/>
              <a:gd name="csX5" fmla="*/ 2221060 w 3166620"/>
              <a:gd name="csY5" fmla="*/ 896027 h 2603945"/>
              <a:gd name="csX6" fmla="*/ 2311471 w 3166620"/>
              <a:gd name="csY6" fmla="*/ 2232285 h 2603945"/>
              <a:gd name="csX7" fmla="*/ 1739950 w 3166620"/>
              <a:gd name="csY7" fmla="*/ 1483413 h 2603945"/>
              <a:gd name="csX8" fmla="*/ 801064 w 3166620"/>
              <a:gd name="csY8" fmla="*/ 2600334 h 2603945"/>
              <a:gd name="csX0" fmla="*/ 801064 w 3166620"/>
              <a:gd name="csY0" fmla="*/ 2600334 h 2603945"/>
              <a:gd name="csX1" fmla="*/ 0 w 3166620"/>
              <a:gd name="csY1" fmla="*/ 2603945 h 2603945"/>
              <a:gd name="csX2" fmla="*/ 2220581 w 3166620"/>
              <a:gd name="csY2" fmla="*/ 0 h 2603945"/>
              <a:gd name="csX3" fmla="*/ 3166620 w 3166620"/>
              <a:gd name="csY3" fmla="*/ 1230039 h 2603945"/>
              <a:gd name="csX4" fmla="*/ 2800397 w 3166620"/>
              <a:gd name="csY4" fmla="*/ 1648229 h 2603945"/>
              <a:gd name="csX5" fmla="*/ 2232897 w 3166620"/>
              <a:gd name="csY5" fmla="*/ 904904 h 2603945"/>
              <a:gd name="csX6" fmla="*/ 2311471 w 3166620"/>
              <a:gd name="csY6" fmla="*/ 2232285 h 2603945"/>
              <a:gd name="csX7" fmla="*/ 1739950 w 3166620"/>
              <a:gd name="csY7" fmla="*/ 1483413 h 2603945"/>
              <a:gd name="csX8" fmla="*/ 801064 w 3166620"/>
              <a:gd name="csY8" fmla="*/ 2600334 h 2603945"/>
              <a:gd name="csX0" fmla="*/ 801064 w 3160701"/>
              <a:gd name="csY0" fmla="*/ 2600334 h 2603945"/>
              <a:gd name="csX1" fmla="*/ 0 w 3160701"/>
              <a:gd name="csY1" fmla="*/ 2603945 h 2603945"/>
              <a:gd name="csX2" fmla="*/ 2220581 w 3160701"/>
              <a:gd name="csY2" fmla="*/ 0 h 2603945"/>
              <a:gd name="csX3" fmla="*/ 3160701 w 3160701"/>
              <a:gd name="csY3" fmla="*/ 1218202 h 2603945"/>
              <a:gd name="csX4" fmla="*/ 2800397 w 3160701"/>
              <a:gd name="csY4" fmla="*/ 1648229 h 2603945"/>
              <a:gd name="csX5" fmla="*/ 2232897 w 3160701"/>
              <a:gd name="csY5" fmla="*/ 904904 h 2603945"/>
              <a:gd name="csX6" fmla="*/ 2311471 w 3160701"/>
              <a:gd name="csY6" fmla="*/ 2232285 h 2603945"/>
              <a:gd name="csX7" fmla="*/ 1739950 w 3160701"/>
              <a:gd name="csY7" fmla="*/ 1483413 h 2603945"/>
              <a:gd name="csX8" fmla="*/ 801064 w 3160701"/>
              <a:gd name="csY8" fmla="*/ 2600334 h 2603945"/>
              <a:gd name="csX0" fmla="*/ 801064 w 3160701"/>
              <a:gd name="csY0" fmla="*/ 2600334 h 2603945"/>
              <a:gd name="csX1" fmla="*/ 0 w 3160701"/>
              <a:gd name="csY1" fmla="*/ 2603945 h 2603945"/>
              <a:gd name="csX2" fmla="*/ 2220581 w 3160701"/>
              <a:gd name="csY2" fmla="*/ 0 h 2603945"/>
              <a:gd name="csX3" fmla="*/ 3160701 w 3160701"/>
              <a:gd name="csY3" fmla="*/ 1224121 h 2603945"/>
              <a:gd name="csX4" fmla="*/ 2800397 w 3160701"/>
              <a:gd name="csY4" fmla="*/ 1648229 h 2603945"/>
              <a:gd name="csX5" fmla="*/ 2232897 w 3160701"/>
              <a:gd name="csY5" fmla="*/ 904904 h 2603945"/>
              <a:gd name="csX6" fmla="*/ 2311471 w 3160701"/>
              <a:gd name="csY6" fmla="*/ 2232285 h 2603945"/>
              <a:gd name="csX7" fmla="*/ 1739950 w 3160701"/>
              <a:gd name="csY7" fmla="*/ 1483413 h 2603945"/>
              <a:gd name="csX8" fmla="*/ 801064 w 3160701"/>
              <a:gd name="csY8" fmla="*/ 2600334 h 2603945"/>
              <a:gd name="csX0" fmla="*/ 801064 w 3163660"/>
              <a:gd name="csY0" fmla="*/ 2600334 h 2603945"/>
              <a:gd name="csX1" fmla="*/ 0 w 3163660"/>
              <a:gd name="csY1" fmla="*/ 2603945 h 2603945"/>
              <a:gd name="csX2" fmla="*/ 2220581 w 3163660"/>
              <a:gd name="csY2" fmla="*/ 0 h 2603945"/>
              <a:gd name="csX3" fmla="*/ 3163660 w 3163660"/>
              <a:gd name="csY3" fmla="*/ 1227080 h 2603945"/>
              <a:gd name="csX4" fmla="*/ 2800397 w 3163660"/>
              <a:gd name="csY4" fmla="*/ 1648229 h 2603945"/>
              <a:gd name="csX5" fmla="*/ 2232897 w 3163660"/>
              <a:gd name="csY5" fmla="*/ 904904 h 2603945"/>
              <a:gd name="csX6" fmla="*/ 2311471 w 3163660"/>
              <a:gd name="csY6" fmla="*/ 2232285 h 2603945"/>
              <a:gd name="csX7" fmla="*/ 1739950 w 3163660"/>
              <a:gd name="csY7" fmla="*/ 1483413 h 2603945"/>
              <a:gd name="csX8" fmla="*/ 801064 w 3163660"/>
              <a:gd name="csY8" fmla="*/ 2600334 h 2603945"/>
              <a:gd name="csX0" fmla="*/ 801064 w 3163660"/>
              <a:gd name="csY0" fmla="*/ 2600334 h 2603945"/>
              <a:gd name="csX1" fmla="*/ 0 w 3163660"/>
              <a:gd name="csY1" fmla="*/ 2603945 h 2603945"/>
              <a:gd name="csX2" fmla="*/ 2220581 w 3163660"/>
              <a:gd name="csY2" fmla="*/ 0 h 2603945"/>
              <a:gd name="csX3" fmla="*/ 3163660 w 3163660"/>
              <a:gd name="csY3" fmla="*/ 1227080 h 2603945"/>
              <a:gd name="csX4" fmla="*/ 2800397 w 3163660"/>
              <a:gd name="csY4" fmla="*/ 1648229 h 2603945"/>
              <a:gd name="csX5" fmla="*/ 2232897 w 3163660"/>
              <a:gd name="csY5" fmla="*/ 904904 h 2603945"/>
              <a:gd name="csX6" fmla="*/ 2311471 w 3163660"/>
              <a:gd name="csY6" fmla="*/ 2232285 h 2603945"/>
              <a:gd name="csX7" fmla="*/ 1739950 w 3163660"/>
              <a:gd name="csY7" fmla="*/ 1483413 h 2603945"/>
              <a:gd name="csX8" fmla="*/ 801064 w 3163660"/>
              <a:gd name="csY8" fmla="*/ 2600334 h 260394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35245 h 2606905"/>
              <a:gd name="csX7" fmla="*/ 1739950 w 3163660"/>
              <a:gd name="csY7" fmla="*/ 1486373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39950 w 3163660"/>
              <a:gd name="csY7" fmla="*/ 1486373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39950 w 3163660"/>
              <a:gd name="csY7" fmla="*/ 1492291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39950 w 3163660"/>
              <a:gd name="csY7" fmla="*/ 1492291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801064 w 3163660"/>
              <a:gd name="csY7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806922 w 3163660"/>
              <a:gd name="csY7" fmla="*/ 245213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949062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949062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949062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29982 w 3163660"/>
              <a:gd name="csY7" fmla="*/ 1511097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29982 w 3163660"/>
              <a:gd name="csY7" fmla="*/ 1511097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29982 w 3163660"/>
              <a:gd name="csY7" fmla="*/ 1511097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49926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49926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49926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49926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49926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49926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1471 w 3163660"/>
              <a:gd name="csY6" fmla="*/ 2220449 h 2606905"/>
              <a:gd name="csX7" fmla="*/ 1747737 w 3163660"/>
              <a:gd name="csY7" fmla="*/ 149926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4011 w 3163660"/>
              <a:gd name="csY6" fmla="*/ 2225529 h 2606905"/>
              <a:gd name="csX7" fmla="*/ 1747737 w 3163660"/>
              <a:gd name="csY7" fmla="*/ 149926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4011 w 3163660"/>
              <a:gd name="csY6" fmla="*/ 2225529 h 2606905"/>
              <a:gd name="csX7" fmla="*/ 1752817 w 3163660"/>
              <a:gd name="csY7" fmla="*/ 148148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4011 w 3163660"/>
              <a:gd name="csY6" fmla="*/ 2225529 h 2606905"/>
              <a:gd name="csX7" fmla="*/ 1752817 w 3163660"/>
              <a:gd name="csY7" fmla="*/ 148148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4011 w 3163660"/>
              <a:gd name="csY6" fmla="*/ 2225529 h 2606905"/>
              <a:gd name="csX7" fmla="*/ 1752817 w 3163660"/>
              <a:gd name="csY7" fmla="*/ 1481480 h 2606905"/>
              <a:gd name="csX8" fmla="*/ 801064 w 3163660"/>
              <a:gd name="csY8" fmla="*/ 2603294 h 2606905"/>
              <a:gd name="csX0" fmla="*/ 801064 w 3163660"/>
              <a:gd name="csY0" fmla="*/ 2603294 h 2606905"/>
              <a:gd name="csX1" fmla="*/ 0 w 3163660"/>
              <a:gd name="csY1" fmla="*/ 2606905 h 2606905"/>
              <a:gd name="csX2" fmla="*/ 2217622 w 3163660"/>
              <a:gd name="csY2" fmla="*/ 0 h 2606905"/>
              <a:gd name="csX3" fmla="*/ 3163660 w 3163660"/>
              <a:gd name="csY3" fmla="*/ 1230040 h 2606905"/>
              <a:gd name="csX4" fmla="*/ 2800397 w 3163660"/>
              <a:gd name="csY4" fmla="*/ 1651189 h 2606905"/>
              <a:gd name="csX5" fmla="*/ 2232897 w 3163660"/>
              <a:gd name="csY5" fmla="*/ 907864 h 2606905"/>
              <a:gd name="csX6" fmla="*/ 2314011 w 3163660"/>
              <a:gd name="csY6" fmla="*/ 2225529 h 2606905"/>
              <a:gd name="csX7" fmla="*/ 1752817 w 3163660"/>
              <a:gd name="csY7" fmla="*/ 1484020 h 2606905"/>
              <a:gd name="csX8" fmla="*/ 801064 w 3163660"/>
              <a:gd name="csY8" fmla="*/ 2603294 h 2606905"/>
              <a:gd name="csX0" fmla="*/ 450956 w 3163660"/>
              <a:gd name="csY0" fmla="*/ 3019305 h 3019305"/>
              <a:gd name="csX1" fmla="*/ 0 w 3163660"/>
              <a:gd name="csY1" fmla="*/ 2606905 h 3019305"/>
              <a:gd name="csX2" fmla="*/ 2217622 w 3163660"/>
              <a:gd name="csY2" fmla="*/ 0 h 3019305"/>
              <a:gd name="csX3" fmla="*/ 3163660 w 3163660"/>
              <a:gd name="csY3" fmla="*/ 1230040 h 3019305"/>
              <a:gd name="csX4" fmla="*/ 2800397 w 3163660"/>
              <a:gd name="csY4" fmla="*/ 1651189 h 3019305"/>
              <a:gd name="csX5" fmla="*/ 2232897 w 3163660"/>
              <a:gd name="csY5" fmla="*/ 907864 h 3019305"/>
              <a:gd name="csX6" fmla="*/ 2314011 w 3163660"/>
              <a:gd name="csY6" fmla="*/ 2225529 h 3019305"/>
              <a:gd name="csX7" fmla="*/ 1752817 w 3163660"/>
              <a:gd name="csY7" fmla="*/ 1484020 h 3019305"/>
              <a:gd name="csX8" fmla="*/ 450956 w 3163660"/>
              <a:gd name="csY8" fmla="*/ 3019305 h 3019305"/>
              <a:gd name="csX0" fmla="*/ 792827 w 3505531"/>
              <a:gd name="csY0" fmla="*/ 3019305 h 3019305"/>
              <a:gd name="csX1" fmla="*/ 0 w 3505531"/>
              <a:gd name="csY1" fmla="*/ 3006440 h 3019305"/>
              <a:gd name="csX2" fmla="*/ 2559493 w 3505531"/>
              <a:gd name="csY2" fmla="*/ 0 h 3019305"/>
              <a:gd name="csX3" fmla="*/ 3505531 w 3505531"/>
              <a:gd name="csY3" fmla="*/ 1230040 h 3019305"/>
              <a:gd name="csX4" fmla="*/ 3142268 w 3505531"/>
              <a:gd name="csY4" fmla="*/ 1651189 h 3019305"/>
              <a:gd name="csX5" fmla="*/ 2574768 w 3505531"/>
              <a:gd name="csY5" fmla="*/ 907864 h 3019305"/>
              <a:gd name="csX6" fmla="*/ 2655882 w 3505531"/>
              <a:gd name="csY6" fmla="*/ 2225529 h 3019305"/>
              <a:gd name="csX7" fmla="*/ 2094688 w 3505531"/>
              <a:gd name="csY7" fmla="*/ 1484020 h 3019305"/>
              <a:gd name="csX8" fmla="*/ 792827 w 3505531"/>
              <a:gd name="csY8" fmla="*/ 3019305 h 3019305"/>
              <a:gd name="csX0" fmla="*/ 801065 w 3505531"/>
              <a:gd name="csY0" fmla="*/ 3011067 h 3011067"/>
              <a:gd name="csX1" fmla="*/ 0 w 3505531"/>
              <a:gd name="csY1" fmla="*/ 3006440 h 3011067"/>
              <a:gd name="csX2" fmla="*/ 2559493 w 3505531"/>
              <a:gd name="csY2" fmla="*/ 0 h 3011067"/>
              <a:gd name="csX3" fmla="*/ 3505531 w 3505531"/>
              <a:gd name="csY3" fmla="*/ 1230040 h 3011067"/>
              <a:gd name="csX4" fmla="*/ 3142268 w 3505531"/>
              <a:gd name="csY4" fmla="*/ 1651189 h 3011067"/>
              <a:gd name="csX5" fmla="*/ 2574768 w 3505531"/>
              <a:gd name="csY5" fmla="*/ 907864 h 3011067"/>
              <a:gd name="csX6" fmla="*/ 2655882 w 3505531"/>
              <a:gd name="csY6" fmla="*/ 2225529 h 3011067"/>
              <a:gd name="csX7" fmla="*/ 2094688 w 3505531"/>
              <a:gd name="csY7" fmla="*/ 1484020 h 3011067"/>
              <a:gd name="csX8" fmla="*/ 801065 w 3505531"/>
              <a:gd name="csY8" fmla="*/ 3011067 h 30110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05531" h="3011067">
                <a:moveTo>
                  <a:pt x="801065" y="3011067"/>
                </a:moveTo>
                <a:lnTo>
                  <a:pt x="0" y="3006440"/>
                </a:lnTo>
                <a:lnTo>
                  <a:pt x="2559493" y="0"/>
                </a:lnTo>
                <a:lnTo>
                  <a:pt x="3505531" y="1230040"/>
                </a:lnTo>
                <a:lnTo>
                  <a:pt x="3142268" y="1651189"/>
                </a:lnTo>
                <a:lnTo>
                  <a:pt x="2574768" y="907864"/>
                </a:lnTo>
                <a:lnTo>
                  <a:pt x="2655882" y="2225529"/>
                </a:lnTo>
                <a:cubicBezTo>
                  <a:pt x="2374015" y="1864934"/>
                  <a:pt x="2375272" y="1851396"/>
                  <a:pt x="2094688" y="1484020"/>
                </a:cubicBezTo>
                <a:cubicBezTo>
                  <a:pt x="1938513" y="1655223"/>
                  <a:pt x="1012189" y="2758154"/>
                  <a:pt x="801065" y="3011067"/>
                </a:cubicBezTo>
                <a:close/>
              </a:path>
            </a:pathLst>
          </a:custGeom>
          <a:gradFill flip="none" rotWithShape="1">
            <a:gsLst>
              <a:gs pos="25000">
                <a:schemeClr val="accent6">
                  <a:lumMod val="50000"/>
                </a:schemeClr>
              </a:gs>
              <a:gs pos="65000">
                <a:schemeClr val="accent6">
                  <a:lumMod val="60000"/>
                  <a:lumOff val="40000"/>
                </a:schemeClr>
              </a:gs>
              <a:gs pos="90000">
                <a:schemeClr val="accent6">
                  <a:lumMod val="20000"/>
                  <a:lumOff val="8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78303641-F293-F9CF-15B5-4068D8BFA9CE}"/>
              </a:ext>
            </a:extLst>
          </p:cNvPr>
          <p:cNvSpPr/>
          <p:nvPr/>
        </p:nvSpPr>
        <p:spPr>
          <a:xfrm>
            <a:off x="5390250" y="2376371"/>
            <a:ext cx="3403358" cy="2105258"/>
          </a:xfrm>
          <a:custGeom>
            <a:avLst/>
            <a:gdLst>
              <a:gd name="csX0" fmla="*/ 723697 w 2778317"/>
              <a:gd name="csY0" fmla="*/ 1706637 h 1773005"/>
              <a:gd name="csX1" fmla="*/ 0 w 2778317"/>
              <a:gd name="csY1" fmla="*/ 1727309 h 1773005"/>
              <a:gd name="csX2" fmla="*/ 1471411 w 2778317"/>
              <a:gd name="csY2" fmla="*/ 0 h 1773005"/>
              <a:gd name="csX3" fmla="*/ 2778317 w 2778317"/>
              <a:gd name="csY3" fmla="*/ 1709031 h 1773005"/>
              <a:gd name="csX4" fmla="*/ 2165991 w 2778317"/>
              <a:gd name="csY4" fmla="*/ 1754727 h 1773005"/>
              <a:gd name="csX5" fmla="*/ 1453133 w 2778317"/>
              <a:gd name="csY5" fmla="*/ 895642 h 1773005"/>
              <a:gd name="csX6" fmla="*/ 667162 w 2778317"/>
              <a:gd name="csY6" fmla="*/ 1773005 h 1773005"/>
              <a:gd name="csX7" fmla="*/ 723697 w 2778317"/>
              <a:gd name="csY7" fmla="*/ 1706637 h 1773005"/>
              <a:gd name="csX0" fmla="*/ 706490 w 2761110"/>
              <a:gd name="csY0" fmla="*/ 1706637 h 1773005"/>
              <a:gd name="csX1" fmla="*/ 0 w 2761110"/>
              <a:gd name="csY1" fmla="*/ 1707645 h 1773005"/>
              <a:gd name="csX2" fmla="*/ 1454204 w 2761110"/>
              <a:gd name="csY2" fmla="*/ 0 h 1773005"/>
              <a:gd name="csX3" fmla="*/ 2761110 w 2761110"/>
              <a:gd name="csY3" fmla="*/ 1709031 h 1773005"/>
              <a:gd name="csX4" fmla="*/ 2148784 w 2761110"/>
              <a:gd name="csY4" fmla="*/ 1754727 h 1773005"/>
              <a:gd name="csX5" fmla="*/ 1435926 w 2761110"/>
              <a:gd name="csY5" fmla="*/ 895642 h 1773005"/>
              <a:gd name="csX6" fmla="*/ 649955 w 2761110"/>
              <a:gd name="csY6" fmla="*/ 1773005 h 1773005"/>
              <a:gd name="csX7" fmla="*/ 706490 w 2761110"/>
              <a:gd name="csY7" fmla="*/ 1706637 h 1773005"/>
              <a:gd name="csX0" fmla="*/ 706490 w 2761110"/>
              <a:gd name="csY0" fmla="*/ 1706637 h 1773005"/>
              <a:gd name="csX1" fmla="*/ 0 w 2761110"/>
              <a:gd name="csY1" fmla="*/ 1707645 h 1773005"/>
              <a:gd name="csX2" fmla="*/ 1454204 w 2761110"/>
              <a:gd name="csY2" fmla="*/ 0 h 1773005"/>
              <a:gd name="csX3" fmla="*/ 2761110 w 2761110"/>
              <a:gd name="csY3" fmla="*/ 1709031 h 1773005"/>
              <a:gd name="csX4" fmla="*/ 2148784 w 2761110"/>
              <a:gd name="csY4" fmla="*/ 1754727 h 1773005"/>
              <a:gd name="csX5" fmla="*/ 1435926 w 2761110"/>
              <a:gd name="csY5" fmla="*/ 895642 h 1773005"/>
              <a:gd name="csX6" fmla="*/ 649955 w 2761110"/>
              <a:gd name="csY6" fmla="*/ 1773005 h 1773005"/>
              <a:gd name="csX7" fmla="*/ 706490 w 2761110"/>
              <a:gd name="csY7" fmla="*/ 1706637 h 1773005"/>
              <a:gd name="csX0" fmla="*/ 706490 w 2761110"/>
              <a:gd name="csY0" fmla="*/ 1706637 h 1773005"/>
              <a:gd name="csX1" fmla="*/ 0 w 2761110"/>
              <a:gd name="csY1" fmla="*/ 1707645 h 1773005"/>
              <a:gd name="csX2" fmla="*/ 1454204 w 2761110"/>
              <a:gd name="csY2" fmla="*/ 0 h 1773005"/>
              <a:gd name="csX3" fmla="*/ 2761110 w 2761110"/>
              <a:gd name="csY3" fmla="*/ 1709031 h 1773005"/>
              <a:gd name="csX4" fmla="*/ 2106997 w 2761110"/>
              <a:gd name="csY4" fmla="*/ 1703107 h 1773005"/>
              <a:gd name="csX5" fmla="*/ 1435926 w 2761110"/>
              <a:gd name="csY5" fmla="*/ 895642 h 1773005"/>
              <a:gd name="csX6" fmla="*/ 649955 w 2761110"/>
              <a:gd name="csY6" fmla="*/ 1773005 h 1773005"/>
              <a:gd name="csX7" fmla="*/ 706490 w 2761110"/>
              <a:gd name="csY7" fmla="*/ 1706637 h 1773005"/>
              <a:gd name="csX0" fmla="*/ 706490 w 2763568"/>
              <a:gd name="csY0" fmla="*/ 1706637 h 1773005"/>
              <a:gd name="csX1" fmla="*/ 0 w 2763568"/>
              <a:gd name="csY1" fmla="*/ 1707645 h 1773005"/>
              <a:gd name="csX2" fmla="*/ 1454204 w 2763568"/>
              <a:gd name="csY2" fmla="*/ 0 h 1773005"/>
              <a:gd name="csX3" fmla="*/ 2763568 w 2763568"/>
              <a:gd name="csY3" fmla="*/ 1709031 h 1773005"/>
              <a:gd name="csX4" fmla="*/ 2106997 w 2763568"/>
              <a:gd name="csY4" fmla="*/ 1703107 h 1773005"/>
              <a:gd name="csX5" fmla="*/ 1435926 w 2763568"/>
              <a:gd name="csY5" fmla="*/ 895642 h 1773005"/>
              <a:gd name="csX6" fmla="*/ 649955 w 2763568"/>
              <a:gd name="csY6" fmla="*/ 1773005 h 1773005"/>
              <a:gd name="csX7" fmla="*/ 706490 w 2763568"/>
              <a:gd name="csY7" fmla="*/ 1706637 h 1773005"/>
              <a:gd name="csX0" fmla="*/ 706490 w 2763568"/>
              <a:gd name="csY0" fmla="*/ 1706637 h 1773005"/>
              <a:gd name="csX1" fmla="*/ 0 w 2763568"/>
              <a:gd name="csY1" fmla="*/ 1707645 h 1773005"/>
              <a:gd name="csX2" fmla="*/ 1454204 w 2763568"/>
              <a:gd name="csY2" fmla="*/ 0 h 1773005"/>
              <a:gd name="csX3" fmla="*/ 2763568 w 2763568"/>
              <a:gd name="csY3" fmla="*/ 1709031 h 1773005"/>
              <a:gd name="csX4" fmla="*/ 2081597 w 2763568"/>
              <a:gd name="csY4" fmla="*/ 1703107 h 1773005"/>
              <a:gd name="csX5" fmla="*/ 1435926 w 2763568"/>
              <a:gd name="csY5" fmla="*/ 895642 h 1773005"/>
              <a:gd name="csX6" fmla="*/ 649955 w 2763568"/>
              <a:gd name="csY6" fmla="*/ 1773005 h 1773005"/>
              <a:gd name="csX7" fmla="*/ 706490 w 2763568"/>
              <a:gd name="csY7" fmla="*/ 1706637 h 1773005"/>
              <a:gd name="csX0" fmla="*/ 706490 w 2763568"/>
              <a:gd name="csY0" fmla="*/ 1706637 h 1773005"/>
              <a:gd name="csX1" fmla="*/ 0 w 2763568"/>
              <a:gd name="csY1" fmla="*/ 1707645 h 1773005"/>
              <a:gd name="csX2" fmla="*/ 1454204 w 2763568"/>
              <a:gd name="csY2" fmla="*/ 0 h 1773005"/>
              <a:gd name="csX3" fmla="*/ 2763568 w 2763568"/>
              <a:gd name="csY3" fmla="*/ 1709031 h 1773005"/>
              <a:gd name="csX4" fmla="*/ 2081597 w 2763568"/>
              <a:gd name="csY4" fmla="*/ 1703107 h 1773005"/>
              <a:gd name="csX5" fmla="*/ 1445451 w 2763568"/>
              <a:gd name="csY5" fmla="*/ 889292 h 1773005"/>
              <a:gd name="csX6" fmla="*/ 649955 w 2763568"/>
              <a:gd name="csY6" fmla="*/ 1773005 h 1773005"/>
              <a:gd name="csX7" fmla="*/ 706490 w 2763568"/>
              <a:gd name="csY7" fmla="*/ 1706637 h 1773005"/>
              <a:gd name="csX0" fmla="*/ 706490 w 2763568"/>
              <a:gd name="csY0" fmla="*/ 1706637 h 1709031"/>
              <a:gd name="csX1" fmla="*/ 0 w 2763568"/>
              <a:gd name="csY1" fmla="*/ 1707645 h 1709031"/>
              <a:gd name="csX2" fmla="*/ 1454204 w 2763568"/>
              <a:gd name="csY2" fmla="*/ 0 h 1709031"/>
              <a:gd name="csX3" fmla="*/ 2763568 w 2763568"/>
              <a:gd name="csY3" fmla="*/ 1709031 h 1709031"/>
              <a:gd name="csX4" fmla="*/ 2081597 w 2763568"/>
              <a:gd name="csY4" fmla="*/ 1703107 h 1709031"/>
              <a:gd name="csX5" fmla="*/ 1445451 w 2763568"/>
              <a:gd name="csY5" fmla="*/ 889292 h 1709031"/>
              <a:gd name="csX6" fmla="*/ 706490 w 2763568"/>
              <a:gd name="csY6" fmla="*/ 1706637 h 1709031"/>
              <a:gd name="csX0" fmla="*/ 706490 w 2763568"/>
              <a:gd name="csY0" fmla="*/ 1706637 h 1709031"/>
              <a:gd name="csX1" fmla="*/ 0 w 2763568"/>
              <a:gd name="csY1" fmla="*/ 1707645 h 1709031"/>
              <a:gd name="csX2" fmla="*/ 1454204 w 2763568"/>
              <a:gd name="csY2" fmla="*/ 0 h 1709031"/>
              <a:gd name="csX3" fmla="*/ 2763568 w 2763568"/>
              <a:gd name="csY3" fmla="*/ 1709031 h 1709031"/>
              <a:gd name="csX4" fmla="*/ 2081597 w 2763568"/>
              <a:gd name="csY4" fmla="*/ 1703107 h 1709031"/>
              <a:gd name="csX5" fmla="*/ 1427695 w 2763568"/>
              <a:gd name="csY5" fmla="*/ 850822 h 1709031"/>
              <a:gd name="csX6" fmla="*/ 706490 w 2763568"/>
              <a:gd name="csY6" fmla="*/ 1706637 h 1709031"/>
              <a:gd name="csX0" fmla="*/ 706490 w 2763568"/>
              <a:gd name="csY0" fmla="*/ 1706637 h 1711984"/>
              <a:gd name="csX1" fmla="*/ 0 w 2763568"/>
              <a:gd name="csY1" fmla="*/ 1707645 h 1711984"/>
              <a:gd name="csX2" fmla="*/ 1454204 w 2763568"/>
              <a:gd name="csY2" fmla="*/ 0 h 1711984"/>
              <a:gd name="csX3" fmla="*/ 2763568 w 2763568"/>
              <a:gd name="csY3" fmla="*/ 1709031 h 1711984"/>
              <a:gd name="csX4" fmla="*/ 2087516 w 2763568"/>
              <a:gd name="csY4" fmla="*/ 1711984 h 1711984"/>
              <a:gd name="csX5" fmla="*/ 1427695 w 2763568"/>
              <a:gd name="csY5" fmla="*/ 850822 h 1711984"/>
              <a:gd name="csX6" fmla="*/ 706490 w 2763568"/>
              <a:gd name="csY6" fmla="*/ 1706637 h 1711984"/>
              <a:gd name="csX0" fmla="*/ 700571 w 2763568"/>
              <a:gd name="csY0" fmla="*/ 1706637 h 1711984"/>
              <a:gd name="csX1" fmla="*/ 0 w 2763568"/>
              <a:gd name="csY1" fmla="*/ 1707645 h 1711984"/>
              <a:gd name="csX2" fmla="*/ 1454204 w 2763568"/>
              <a:gd name="csY2" fmla="*/ 0 h 1711984"/>
              <a:gd name="csX3" fmla="*/ 2763568 w 2763568"/>
              <a:gd name="csY3" fmla="*/ 1709031 h 1711984"/>
              <a:gd name="csX4" fmla="*/ 2087516 w 2763568"/>
              <a:gd name="csY4" fmla="*/ 1711984 h 1711984"/>
              <a:gd name="csX5" fmla="*/ 1427695 w 2763568"/>
              <a:gd name="csY5" fmla="*/ 850822 h 1711984"/>
              <a:gd name="csX6" fmla="*/ 700571 w 2763568"/>
              <a:gd name="csY6" fmla="*/ 1706637 h 1711984"/>
              <a:gd name="csX0" fmla="*/ 688734 w 2751731"/>
              <a:gd name="csY0" fmla="*/ 1706637 h 1711984"/>
              <a:gd name="csX1" fmla="*/ 0 w 2751731"/>
              <a:gd name="csY1" fmla="*/ 1707645 h 1711984"/>
              <a:gd name="csX2" fmla="*/ 1442367 w 2751731"/>
              <a:gd name="csY2" fmla="*/ 0 h 1711984"/>
              <a:gd name="csX3" fmla="*/ 2751731 w 2751731"/>
              <a:gd name="csY3" fmla="*/ 1709031 h 1711984"/>
              <a:gd name="csX4" fmla="*/ 2075679 w 2751731"/>
              <a:gd name="csY4" fmla="*/ 1711984 h 1711984"/>
              <a:gd name="csX5" fmla="*/ 1415858 w 2751731"/>
              <a:gd name="csY5" fmla="*/ 850822 h 1711984"/>
              <a:gd name="csX6" fmla="*/ 688734 w 2751731"/>
              <a:gd name="csY6" fmla="*/ 1706637 h 1711984"/>
              <a:gd name="csX0" fmla="*/ 688734 w 2751731"/>
              <a:gd name="csY0" fmla="*/ 1706637 h 1711984"/>
              <a:gd name="csX1" fmla="*/ 0 w 2751731"/>
              <a:gd name="csY1" fmla="*/ 1707645 h 1711984"/>
              <a:gd name="csX2" fmla="*/ 1442367 w 2751731"/>
              <a:gd name="csY2" fmla="*/ 0 h 1711984"/>
              <a:gd name="csX3" fmla="*/ 2751731 w 2751731"/>
              <a:gd name="csY3" fmla="*/ 1709031 h 1711984"/>
              <a:gd name="csX4" fmla="*/ 2075679 w 2751731"/>
              <a:gd name="csY4" fmla="*/ 1711984 h 1711984"/>
              <a:gd name="csX5" fmla="*/ 1412898 w 2751731"/>
              <a:gd name="csY5" fmla="*/ 850822 h 1711984"/>
              <a:gd name="csX6" fmla="*/ 688734 w 2751731"/>
              <a:gd name="csY6" fmla="*/ 1706637 h 1711984"/>
              <a:gd name="csX0" fmla="*/ 688734 w 2751731"/>
              <a:gd name="csY0" fmla="*/ 1706637 h 1711984"/>
              <a:gd name="csX1" fmla="*/ 0 w 2751731"/>
              <a:gd name="csY1" fmla="*/ 1707645 h 1711984"/>
              <a:gd name="csX2" fmla="*/ 1442367 w 2751731"/>
              <a:gd name="csY2" fmla="*/ 0 h 1711984"/>
              <a:gd name="csX3" fmla="*/ 2751731 w 2751731"/>
              <a:gd name="csY3" fmla="*/ 1709031 h 1711984"/>
              <a:gd name="csX4" fmla="*/ 2075679 w 2751731"/>
              <a:gd name="csY4" fmla="*/ 1711984 h 1711984"/>
              <a:gd name="csX5" fmla="*/ 1409938 w 2751731"/>
              <a:gd name="csY5" fmla="*/ 850822 h 1711984"/>
              <a:gd name="csX6" fmla="*/ 688734 w 2751731"/>
              <a:gd name="csY6" fmla="*/ 1706637 h 1711984"/>
              <a:gd name="csX0" fmla="*/ 688734 w 2751731"/>
              <a:gd name="csY0" fmla="*/ 1706637 h 1709031"/>
              <a:gd name="csX1" fmla="*/ 0 w 2751731"/>
              <a:gd name="csY1" fmla="*/ 1707645 h 1709031"/>
              <a:gd name="csX2" fmla="*/ 1442367 w 2751731"/>
              <a:gd name="csY2" fmla="*/ 0 h 1709031"/>
              <a:gd name="csX3" fmla="*/ 2751731 w 2751731"/>
              <a:gd name="csY3" fmla="*/ 1709031 h 1709031"/>
              <a:gd name="csX4" fmla="*/ 2069761 w 2751731"/>
              <a:gd name="csY4" fmla="*/ 1709025 h 1709031"/>
              <a:gd name="csX5" fmla="*/ 1409938 w 2751731"/>
              <a:gd name="csY5" fmla="*/ 850822 h 1709031"/>
              <a:gd name="csX6" fmla="*/ 688734 w 2751731"/>
              <a:gd name="csY6" fmla="*/ 1706637 h 1709031"/>
              <a:gd name="csX0" fmla="*/ 688734 w 2757649"/>
              <a:gd name="csY0" fmla="*/ 1706637 h 1711990"/>
              <a:gd name="csX1" fmla="*/ 0 w 2757649"/>
              <a:gd name="csY1" fmla="*/ 1707645 h 1711990"/>
              <a:gd name="csX2" fmla="*/ 1442367 w 2757649"/>
              <a:gd name="csY2" fmla="*/ 0 h 1711990"/>
              <a:gd name="csX3" fmla="*/ 2757649 w 2757649"/>
              <a:gd name="csY3" fmla="*/ 1711990 h 1711990"/>
              <a:gd name="csX4" fmla="*/ 2069761 w 2757649"/>
              <a:gd name="csY4" fmla="*/ 1709025 h 1711990"/>
              <a:gd name="csX5" fmla="*/ 1409938 w 2757649"/>
              <a:gd name="csY5" fmla="*/ 850822 h 1711990"/>
              <a:gd name="csX6" fmla="*/ 688734 w 2757649"/>
              <a:gd name="csY6" fmla="*/ 1706637 h 1711990"/>
              <a:gd name="csX0" fmla="*/ 688734 w 2757649"/>
              <a:gd name="csY0" fmla="*/ 1696477 h 1701830"/>
              <a:gd name="csX1" fmla="*/ 0 w 2757649"/>
              <a:gd name="csY1" fmla="*/ 1697485 h 1701830"/>
              <a:gd name="csX2" fmla="*/ 1442367 w 2757649"/>
              <a:gd name="csY2" fmla="*/ 0 h 1701830"/>
              <a:gd name="csX3" fmla="*/ 2757649 w 2757649"/>
              <a:gd name="csY3" fmla="*/ 1701830 h 1701830"/>
              <a:gd name="csX4" fmla="*/ 2069761 w 2757649"/>
              <a:gd name="csY4" fmla="*/ 1698865 h 1701830"/>
              <a:gd name="csX5" fmla="*/ 1409938 w 2757649"/>
              <a:gd name="csY5" fmla="*/ 840662 h 1701830"/>
              <a:gd name="csX6" fmla="*/ 688734 w 2757649"/>
              <a:gd name="csY6" fmla="*/ 1696477 h 1701830"/>
              <a:gd name="csX0" fmla="*/ 688734 w 2752569"/>
              <a:gd name="csY0" fmla="*/ 1696477 h 1699290"/>
              <a:gd name="csX1" fmla="*/ 0 w 2752569"/>
              <a:gd name="csY1" fmla="*/ 1697485 h 1699290"/>
              <a:gd name="csX2" fmla="*/ 1442367 w 2752569"/>
              <a:gd name="csY2" fmla="*/ 0 h 1699290"/>
              <a:gd name="csX3" fmla="*/ 2752569 w 2752569"/>
              <a:gd name="csY3" fmla="*/ 1699290 h 1699290"/>
              <a:gd name="csX4" fmla="*/ 2069761 w 2752569"/>
              <a:gd name="csY4" fmla="*/ 1698865 h 1699290"/>
              <a:gd name="csX5" fmla="*/ 1409938 w 2752569"/>
              <a:gd name="csY5" fmla="*/ 840662 h 1699290"/>
              <a:gd name="csX6" fmla="*/ 688734 w 2752569"/>
              <a:gd name="csY6" fmla="*/ 1696477 h 1699290"/>
              <a:gd name="csX0" fmla="*/ 1026485 w 3090320"/>
              <a:gd name="csY0" fmla="*/ 1696477 h 2105258"/>
              <a:gd name="csX1" fmla="*/ 0 w 3090320"/>
              <a:gd name="csY1" fmla="*/ 2105258 h 2105258"/>
              <a:gd name="csX2" fmla="*/ 1780118 w 3090320"/>
              <a:gd name="csY2" fmla="*/ 0 h 2105258"/>
              <a:gd name="csX3" fmla="*/ 3090320 w 3090320"/>
              <a:gd name="csY3" fmla="*/ 1699290 h 2105258"/>
              <a:gd name="csX4" fmla="*/ 2407512 w 3090320"/>
              <a:gd name="csY4" fmla="*/ 1698865 h 2105258"/>
              <a:gd name="csX5" fmla="*/ 1747689 w 3090320"/>
              <a:gd name="csY5" fmla="*/ 840662 h 2105258"/>
              <a:gd name="csX6" fmla="*/ 1026485 w 3090320"/>
              <a:gd name="csY6" fmla="*/ 1696477 h 2105258"/>
              <a:gd name="csX0" fmla="*/ 680496 w 3090320"/>
              <a:gd name="csY0" fmla="*/ 2100131 h 2105258"/>
              <a:gd name="csX1" fmla="*/ 0 w 3090320"/>
              <a:gd name="csY1" fmla="*/ 2105258 h 2105258"/>
              <a:gd name="csX2" fmla="*/ 1780118 w 3090320"/>
              <a:gd name="csY2" fmla="*/ 0 h 2105258"/>
              <a:gd name="csX3" fmla="*/ 3090320 w 3090320"/>
              <a:gd name="csY3" fmla="*/ 1699290 h 2105258"/>
              <a:gd name="csX4" fmla="*/ 2407512 w 3090320"/>
              <a:gd name="csY4" fmla="*/ 1698865 h 2105258"/>
              <a:gd name="csX5" fmla="*/ 1747689 w 3090320"/>
              <a:gd name="csY5" fmla="*/ 840662 h 2105258"/>
              <a:gd name="csX6" fmla="*/ 680496 w 3090320"/>
              <a:gd name="csY6" fmla="*/ 2100131 h 2105258"/>
              <a:gd name="csX0" fmla="*/ 680496 w 3090320"/>
              <a:gd name="csY0" fmla="*/ 2100131 h 2105258"/>
              <a:gd name="csX1" fmla="*/ 0 w 3090320"/>
              <a:gd name="csY1" fmla="*/ 2105258 h 2105258"/>
              <a:gd name="csX2" fmla="*/ 1780118 w 3090320"/>
              <a:gd name="csY2" fmla="*/ 0 h 2105258"/>
              <a:gd name="csX3" fmla="*/ 3090320 w 3090320"/>
              <a:gd name="csY3" fmla="*/ 1699290 h 2105258"/>
              <a:gd name="csX4" fmla="*/ 2720549 w 3090320"/>
              <a:gd name="csY4" fmla="*/ 2098400 h 2105258"/>
              <a:gd name="csX5" fmla="*/ 1747689 w 3090320"/>
              <a:gd name="csY5" fmla="*/ 840662 h 2105258"/>
              <a:gd name="csX6" fmla="*/ 680496 w 3090320"/>
              <a:gd name="csY6" fmla="*/ 2100131 h 2105258"/>
              <a:gd name="csX0" fmla="*/ 680496 w 3403358"/>
              <a:gd name="csY0" fmla="*/ 2100131 h 2105258"/>
              <a:gd name="csX1" fmla="*/ 0 w 3403358"/>
              <a:gd name="csY1" fmla="*/ 2105258 h 2105258"/>
              <a:gd name="csX2" fmla="*/ 1780118 w 3403358"/>
              <a:gd name="csY2" fmla="*/ 0 h 2105258"/>
              <a:gd name="csX3" fmla="*/ 3403358 w 3403358"/>
              <a:gd name="csY3" fmla="*/ 2098825 h 2105258"/>
              <a:gd name="csX4" fmla="*/ 2720549 w 3403358"/>
              <a:gd name="csY4" fmla="*/ 2098400 h 2105258"/>
              <a:gd name="csX5" fmla="*/ 1747689 w 3403358"/>
              <a:gd name="csY5" fmla="*/ 840662 h 2105258"/>
              <a:gd name="csX6" fmla="*/ 680496 w 3403358"/>
              <a:gd name="csY6" fmla="*/ 2100131 h 2105258"/>
              <a:gd name="csX0" fmla="*/ 680496 w 3403358"/>
              <a:gd name="csY0" fmla="*/ 2100131 h 2105258"/>
              <a:gd name="csX1" fmla="*/ 0 w 3403358"/>
              <a:gd name="csY1" fmla="*/ 2105258 h 2105258"/>
              <a:gd name="csX2" fmla="*/ 1780118 w 3403358"/>
              <a:gd name="csY2" fmla="*/ 0 h 2105258"/>
              <a:gd name="csX3" fmla="*/ 3403358 w 3403358"/>
              <a:gd name="csY3" fmla="*/ 2098825 h 2105258"/>
              <a:gd name="csX4" fmla="*/ 2713292 w 3403358"/>
              <a:gd name="csY4" fmla="*/ 2093562 h 2105258"/>
              <a:gd name="csX5" fmla="*/ 1747689 w 3403358"/>
              <a:gd name="csY5" fmla="*/ 840662 h 2105258"/>
              <a:gd name="csX6" fmla="*/ 680496 w 3403358"/>
              <a:gd name="csY6" fmla="*/ 2100131 h 2105258"/>
              <a:gd name="csX0" fmla="*/ 680496 w 3403358"/>
              <a:gd name="csY0" fmla="*/ 2100131 h 2105258"/>
              <a:gd name="csX1" fmla="*/ 0 w 3403358"/>
              <a:gd name="csY1" fmla="*/ 2105258 h 2105258"/>
              <a:gd name="csX2" fmla="*/ 1780118 w 3403358"/>
              <a:gd name="csY2" fmla="*/ 0 h 2105258"/>
              <a:gd name="csX3" fmla="*/ 3403358 w 3403358"/>
              <a:gd name="csY3" fmla="*/ 2098825 h 2105258"/>
              <a:gd name="csX4" fmla="*/ 2715711 w 3403358"/>
              <a:gd name="csY4" fmla="*/ 2095981 h 2105258"/>
              <a:gd name="csX5" fmla="*/ 1747689 w 3403358"/>
              <a:gd name="csY5" fmla="*/ 840662 h 2105258"/>
              <a:gd name="csX6" fmla="*/ 680496 w 3403358"/>
              <a:gd name="csY6" fmla="*/ 2100131 h 21052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403358" h="2105258">
                <a:moveTo>
                  <a:pt x="680496" y="2100131"/>
                </a:moveTo>
                <a:lnTo>
                  <a:pt x="0" y="2105258"/>
                </a:lnTo>
                <a:lnTo>
                  <a:pt x="1780118" y="0"/>
                </a:lnTo>
                <a:lnTo>
                  <a:pt x="3403358" y="2098825"/>
                </a:lnTo>
                <a:lnTo>
                  <a:pt x="2715711" y="2095981"/>
                </a:lnTo>
                <a:lnTo>
                  <a:pt x="1747689" y="840662"/>
                </a:lnTo>
                <a:lnTo>
                  <a:pt x="680496" y="2100131"/>
                </a:lnTo>
                <a:close/>
              </a:path>
            </a:pathLst>
          </a:custGeom>
          <a:gradFill flip="none" rotWithShape="1">
            <a:gsLst>
              <a:gs pos="65000">
                <a:schemeClr val="accent6">
                  <a:lumMod val="60000"/>
                  <a:lumOff val="40000"/>
                </a:schemeClr>
              </a:gs>
              <a:gs pos="90000">
                <a:schemeClr val="accent6">
                  <a:lumMod val="20000"/>
                  <a:lumOff val="80000"/>
                </a:schemeClr>
              </a:gs>
              <a:gs pos="25000">
                <a:schemeClr val="accent6">
                  <a:lumMod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7E1B30-6099-C545-B6F3-95340E18D846}"/>
              </a:ext>
            </a:extLst>
          </p:cNvPr>
          <p:cNvSpPr txBox="1"/>
          <p:nvPr/>
        </p:nvSpPr>
        <p:spPr>
          <a:xfrm>
            <a:off x="3236767" y="5004849"/>
            <a:ext cx="55568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BCC3C3"/>
                </a:solidFill>
                <a:latin typeface="Montserrat"/>
              </a:defRPr>
            </a:pP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D8A337">
                    <a:lumMod val="75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UNCOVERING</a:t>
            </a:r>
            <a:r>
              <a:rPr kumimoji="0" lang="en-US" sz="1050" b="0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POTENTIAL</a:t>
            </a:r>
            <a:r>
              <a:rPr kumimoji="0" lang="en-US" sz="1050" b="0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, </a:t>
            </a: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D8A337">
                    <a:lumMod val="75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DRIVING</a:t>
            </a:r>
            <a:r>
              <a:rPr kumimoji="0" lang="en-US" sz="1050" b="0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PROGRESS</a:t>
            </a:r>
            <a:endParaRPr kumimoji="0" sz="1050" b="1" i="0" u="none" strike="noStrike" kern="1200" cap="none" spc="380" normalizeH="0" baseline="0" noProof="0" dirty="0">
              <a:ln>
                <a:noFill/>
              </a:ln>
              <a:solidFill>
                <a:srgbClr val="3494BA">
                  <a:lumMod val="50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4EF1E5-F812-266A-F920-872E0D8A2298}"/>
              </a:ext>
            </a:extLst>
          </p:cNvPr>
          <p:cNvSpPr txBox="1"/>
          <p:nvPr/>
        </p:nvSpPr>
        <p:spPr>
          <a:xfrm>
            <a:off x="3116823" y="4481629"/>
            <a:ext cx="6112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35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Mining Services Vietnam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51EB5D-A34D-4E20-3E36-3A863C0E3958}"/>
              </a:ext>
            </a:extLst>
          </p:cNvPr>
          <p:cNvSpPr txBox="1"/>
          <p:nvPr/>
        </p:nvSpPr>
        <p:spPr>
          <a:xfrm>
            <a:off x="205484" y="181366"/>
            <a:ext cx="1839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8229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9C730-A925-FB5F-75F0-E1FEF4C9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A797E8D1-C2E8-6E39-A09E-37F45B4D7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99476A-111F-28D2-D71B-0B0EB1EA1672}"/>
              </a:ext>
            </a:extLst>
          </p:cNvPr>
          <p:cNvGrpSpPr/>
          <p:nvPr/>
        </p:nvGrpSpPr>
        <p:grpSpPr>
          <a:xfrm>
            <a:off x="226449" y="1470727"/>
            <a:ext cx="5556841" cy="3011067"/>
            <a:chOff x="616862" y="1470727"/>
            <a:chExt cx="5556841" cy="3011067"/>
          </a:xfrm>
        </p:grpSpPr>
        <p:sp>
          <p:nvSpPr>
            <p:cNvPr id="13" name="Freeform 1">
              <a:extLst>
                <a:ext uri="{FF2B5EF4-FFF2-40B4-BE49-F238E27FC236}">
                  <a16:creationId xmlns:a16="http://schemas.microsoft.com/office/drawing/2014/main" id="{05AF5552-E839-8AA3-E3E8-153A0F251845}"/>
                </a:ext>
              </a:extLst>
            </p:cNvPr>
            <p:cNvSpPr/>
            <p:nvPr/>
          </p:nvSpPr>
          <p:spPr>
            <a:xfrm>
              <a:off x="616862" y="1470727"/>
              <a:ext cx="3505531" cy="3011067"/>
            </a:xfrm>
            <a:custGeom>
              <a:avLst/>
              <a:gdLst>
                <a:gd name="csX0" fmla="*/ 148307 w 3235277"/>
                <a:gd name="csY0" fmla="*/ 2283537 h 2339635"/>
                <a:gd name="csX1" fmla="*/ 0 w 3235277"/>
                <a:gd name="csY1" fmla="*/ 2275661 h 2339635"/>
                <a:gd name="csX2" fmla="*/ 2476723 w 3235277"/>
                <a:gd name="csY2" fmla="*/ 0 h 2339635"/>
                <a:gd name="csX3" fmla="*/ 3235277 w 3235277"/>
                <a:gd name="csY3" fmla="*/ 923059 h 2339635"/>
                <a:gd name="csX4" fmla="*/ 3235277 w 3235277"/>
                <a:gd name="csY4" fmla="*/ 1014451 h 2339635"/>
                <a:gd name="csX5" fmla="*/ 2915405 w 3235277"/>
                <a:gd name="csY5" fmla="*/ 1334323 h 2339635"/>
                <a:gd name="csX6" fmla="*/ 2449306 w 3235277"/>
                <a:gd name="csY6" fmla="*/ 886502 h 2339635"/>
                <a:gd name="csX7" fmla="*/ 2403610 w 3235277"/>
                <a:gd name="csY7" fmla="*/ 1919232 h 2339635"/>
                <a:gd name="csX8" fmla="*/ 1855257 w 3235277"/>
                <a:gd name="csY8" fmla="*/ 1316045 h 2339635"/>
                <a:gd name="csX9" fmla="*/ 776832 w 3235277"/>
                <a:gd name="csY9" fmla="*/ 2303078 h 2339635"/>
                <a:gd name="csX10" fmla="*/ 137088 w 3235277"/>
                <a:gd name="csY10" fmla="*/ 2339635 h 2339635"/>
                <a:gd name="csX11" fmla="*/ 148307 w 3235277"/>
                <a:gd name="csY11" fmla="*/ 2283537 h 2339635"/>
                <a:gd name="csX0" fmla="*/ 148307 w 3235277"/>
                <a:gd name="csY0" fmla="*/ 2283537 h 2303078"/>
                <a:gd name="csX1" fmla="*/ 0 w 3235277"/>
                <a:gd name="csY1" fmla="*/ 2275661 h 2303078"/>
                <a:gd name="csX2" fmla="*/ 2476723 w 3235277"/>
                <a:gd name="csY2" fmla="*/ 0 h 2303078"/>
                <a:gd name="csX3" fmla="*/ 3235277 w 3235277"/>
                <a:gd name="csY3" fmla="*/ 923059 h 2303078"/>
                <a:gd name="csX4" fmla="*/ 3235277 w 3235277"/>
                <a:gd name="csY4" fmla="*/ 1014451 h 2303078"/>
                <a:gd name="csX5" fmla="*/ 2915405 w 3235277"/>
                <a:gd name="csY5" fmla="*/ 1334323 h 2303078"/>
                <a:gd name="csX6" fmla="*/ 2449306 w 3235277"/>
                <a:gd name="csY6" fmla="*/ 886502 h 2303078"/>
                <a:gd name="csX7" fmla="*/ 2403610 w 3235277"/>
                <a:gd name="csY7" fmla="*/ 1919232 h 2303078"/>
                <a:gd name="csX8" fmla="*/ 1855257 w 3235277"/>
                <a:gd name="csY8" fmla="*/ 1316045 h 2303078"/>
                <a:gd name="csX9" fmla="*/ 776832 w 3235277"/>
                <a:gd name="csY9" fmla="*/ 2303078 h 2303078"/>
                <a:gd name="csX10" fmla="*/ 789095 w 3235277"/>
                <a:gd name="csY10" fmla="*/ 2272049 h 2303078"/>
                <a:gd name="csX11" fmla="*/ 148307 w 3235277"/>
                <a:gd name="csY11" fmla="*/ 2283537 h 2303078"/>
                <a:gd name="csX0" fmla="*/ 199991 w 3235277"/>
                <a:gd name="csY0" fmla="*/ 2279562 h 2303078"/>
                <a:gd name="csX1" fmla="*/ 0 w 3235277"/>
                <a:gd name="csY1" fmla="*/ 2275661 h 2303078"/>
                <a:gd name="csX2" fmla="*/ 2476723 w 3235277"/>
                <a:gd name="csY2" fmla="*/ 0 h 2303078"/>
                <a:gd name="csX3" fmla="*/ 3235277 w 3235277"/>
                <a:gd name="csY3" fmla="*/ 923059 h 2303078"/>
                <a:gd name="csX4" fmla="*/ 3235277 w 3235277"/>
                <a:gd name="csY4" fmla="*/ 1014451 h 2303078"/>
                <a:gd name="csX5" fmla="*/ 2915405 w 3235277"/>
                <a:gd name="csY5" fmla="*/ 1334323 h 2303078"/>
                <a:gd name="csX6" fmla="*/ 2449306 w 3235277"/>
                <a:gd name="csY6" fmla="*/ 886502 h 2303078"/>
                <a:gd name="csX7" fmla="*/ 2403610 w 3235277"/>
                <a:gd name="csY7" fmla="*/ 1919232 h 2303078"/>
                <a:gd name="csX8" fmla="*/ 1855257 w 3235277"/>
                <a:gd name="csY8" fmla="*/ 1316045 h 2303078"/>
                <a:gd name="csX9" fmla="*/ 776832 w 3235277"/>
                <a:gd name="csY9" fmla="*/ 2303078 h 2303078"/>
                <a:gd name="csX10" fmla="*/ 789095 w 3235277"/>
                <a:gd name="csY10" fmla="*/ 2272049 h 2303078"/>
                <a:gd name="csX11" fmla="*/ 199991 w 3235277"/>
                <a:gd name="csY11" fmla="*/ 2279562 h 2303078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35277 w 3235277"/>
                <a:gd name="csY4" fmla="*/ 1014451 h 2279562"/>
                <a:gd name="csX5" fmla="*/ 2915405 w 3235277"/>
                <a:gd name="csY5" fmla="*/ 1334323 h 2279562"/>
                <a:gd name="csX6" fmla="*/ 2449306 w 3235277"/>
                <a:gd name="csY6" fmla="*/ 886502 h 2279562"/>
                <a:gd name="csX7" fmla="*/ 2403610 w 3235277"/>
                <a:gd name="csY7" fmla="*/ 1919232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79009"/>
                <a:gd name="csY0" fmla="*/ 2279562 h 2279562"/>
                <a:gd name="csX1" fmla="*/ 0 w 3279009"/>
                <a:gd name="csY1" fmla="*/ 2275661 h 2279562"/>
                <a:gd name="csX2" fmla="*/ 2476723 w 3279009"/>
                <a:gd name="csY2" fmla="*/ 0 h 2279562"/>
                <a:gd name="csX3" fmla="*/ 3235277 w 3279009"/>
                <a:gd name="csY3" fmla="*/ 923059 h 2279562"/>
                <a:gd name="csX4" fmla="*/ 3279009 w 3279009"/>
                <a:gd name="csY4" fmla="*/ 970719 h 2279562"/>
                <a:gd name="csX5" fmla="*/ 2915405 w 3279009"/>
                <a:gd name="csY5" fmla="*/ 1334323 h 2279562"/>
                <a:gd name="csX6" fmla="*/ 2449306 w 3279009"/>
                <a:gd name="csY6" fmla="*/ 886502 h 2279562"/>
                <a:gd name="csX7" fmla="*/ 2403610 w 3279009"/>
                <a:gd name="csY7" fmla="*/ 1919232 h 2279562"/>
                <a:gd name="csX8" fmla="*/ 1855257 w 3279009"/>
                <a:gd name="csY8" fmla="*/ 1316045 h 2279562"/>
                <a:gd name="csX9" fmla="*/ 995493 w 3279009"/>
                <a:gd name="csY9" fmla="*/ 2112246 h 2279562"/>
                <a:gd name="csX10" fmla="*/ 789095 w 3279009"/>
                <a:gd name="csY10" fmla="*/ 2272049 h 2279562"/>
                <a:gd name="csX11" fmla="*/ 199991 w 3279009"/>
                <a:gd name="csY11" fmla="*/ 2279562 h 2279562"/>
                <a:gd name="csX0" fmla="*/ 199991 w 3279009"/>
                <a:gd name="csY0" fmla="*/ 2279562 h 2279562"/>
                <a:gd name="csX1" fmla="*/ 0 w 3279009"/>
                <a:gd name="csY1" fmla="*/ 2275661 h 2279562"/>
                <a:gd name="csX2" fmla="*/ 2476723 w 3279009"/>
                <a:gd name="csY2" fmla="*/ 0 h 2279562"/>
                <a:gd name="csX3" fmla="*/ 3235277 w 3279009"/>
                <a:gd name="csY3" fmla="*/ 923059 h 2279562"/>
                <a:gd name="csX4" fmla="*/ 3279009 w 3279009"/>
                <a:gd name="csY4" fmla="*/ 970719 h 2279562"/>
                <a:gd name="csX5" fmla="*/ 2895527 w 3279009"/>
                <a:gd name="csY5" fmla="*/ 1302518 h 2279562"/>
                <a:gd name="csX6" fmla="*/ 2449306 w 3279009"/>
                <a:gd name="csY6" fmla="*/ 886502 h 2279562"/>
                <a:gd name="csX7" fmla="*/ 2403610 w 3279009"/>
                <a:gd name="csY7" fmla="*/ 1919232 h 2279562"/>
                <a:gd name="csX8" fmla="*/ 1855257 w 3279009"/>
                <a:gd name="csY8" fmla="*/ 1316045 h 2279562"/>
                <a:gd name="csX9" fmla="*/ 995493 w 3279009"/>
                <a:gd name="csY9" fmla="*/ 2112246 h 2279562"/>
                <a:gd name="csX10" fmla="*/ 789095 w 3279009"/>
                <a:gd name="csY10" fmla="*/ 2272049 h 2279562"/>
                <a:gd name="csX11" fmla="*/ 199991 w 3279009"/>
                <a:gd name="csY11" fmla="*/ 2279562 h 2279562"/>
                <a:gd name="csX0" fmla="*/ 199991 w 3279009"/>
                <a:gd name="csY0" fmla="*/ 2279562 h 2279562"/>
                <a:gd name="csX1" fmla="*/ 0 w 3279009"/>
                <a:gd name="csY1" fmla="*/ 2275661 h 2279562"/>
                <a:gd name="csX2" fmla="*/ 2476723 w 3279009"/>
                <a:gd name="csY2" fmla="*/ 0 h 2279562"/>
                <a:gd name="csX3" fmla="*/ 3235277 w 3279009"/>
                <a:gd name="csY3" fmla="*/ 923059 h 2279562"/>
                <a:gd name="csX4" fmla="*/ 3279009 w 3279009"/>
                <a:gd name="csY4" fmla="*/ 970719 h 2279562"/>
                <a:gd name="csX5" fmla="*/ 2867698 w 3279009"/>
                <a:gd name="csY5" fmla="*/ 1282639 h 2279562"/>
                <a:gd name="csX6" fmla="*/ 2449306 w 3279009"/>
                <a:gd name="csY6" fmla="*/ 886502 h 2279562"/>
                <a:gd name="csX7" fmla="*/ 2403610 w 3279009"/>
                <a:gd name="csY7" fmla="*/ 1919232 h 2279562"/>
                <a:gd name="csX8" fmla="*/ 1855257 w 3279009"/>
                <a:gd name="csY8" fmla="*/ 1316045 h 2279562"/>
                <a:gd name="csX9" fmla="*/ 995493 w 3279009"/>
                <a:gd name="csY9" fmla="*/ 2112246 h 2279562"/>
                <a:gd name="csX10" fmla="*/ 789095 w 3279009"/>
                <a:gd name="csY10" fmla="*/ 2272049 h 2279562"/>
                <a:gd name="csX11" fmla="*/ 199991 w 3279009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27326 w 3235277"/>
                <a:gd name="csY4" fmla="*/ 926986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403610 w 3235277"/>
                <a:gd name="csY7" fmla="*/ 1919232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27326 w 3235277"/>
                <a:gd name="csY4" fmla="*/ 926986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363853 w 3235277"/>
                <a:gd name="csY7" fmla="*/ 1863573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27326 w 3235277"/>
                <a:gd name="csY4" fmla="*/ 926986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359877 w 3235277"/>
                <a:gd name="csY7" fmla="*/ 1839719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184960 w 3235277"/>
                <a:gd name="csY4" fmla="*/ 881089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359877 w 3235277"/>
                <a:gd name="csY7" fmla="*/ 1839719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184960"/>
                <a:gd name="csY0" fmla="*/ 2279562 h 2279562"/>
                <a:gd name="csX1" fmla="*/ 0 w 3184960"/>
                <a:gd name="csY1" fmla="*/ 2275661 h 2279562"/>
                <a:gd name="csX2" fmla="*/ 2476723 w 3184960"/>
                <a:gd name="csY2" fmla="*/ 0 h 2279562"/>
                <a:gd name="csX3" fmla="*/ 3175259 w 3184960"/>
                <a:gd name="csY3" fmla="*/ 859510 h 2279562"/>
                <a:gd name="csX4" fmla="*/ 3184960 w 3184960"/>
                <a:gd name="csY4" fmla="*/ 881089 h 2279562"/>
                <a:gd name="csX5" fmla="*/ 2867698 w 3184960"/>
                <a:gd name="csY5" fmla="*/ 1282639 h 2279562"/>
                <a:gd name="csX6" fmla="*/ 2449306 w 3184960"/>
                <a:gd name="csY6" fmla="*/ 886502 h 2279562"/>
                <a:gd name="csX7" fmla="*/ 2359877 w 3184960"/>
                <a:gd name="csY7" fmla="*/ 1839719 h 2279562"/>
                <a:gd name="csX8" fmla="*/ 1855257 w 3184960"/>
                <a:gd name="csY8" fmla="*/ 1316045 h 2279562"/>
                <a:gd name="csX9" fmla="*/ 995493 w 3184960"/>
                <a:gd name="csY9" fmla="*/ 2112246 h 2279562"/>
                <a:gd name="csX10" fmla="*/ 789095 w 3184960"/>
                <a:gd name="csY10" fmla="*/ 2272049 h 2279562"/>
                <a:gd name="csX11" fmla="*/ 199991 w 3184960"/>
                <a:gd name="csY11" fmla="*/ 2279562 h 2279562"/>
                <a:gd name="csX0" fmla="*/ 199991 w 3184960"/>
                <a:gd name="csY0" fmla="*/ 2279562 h 2279562"/>
                <a:gd name="csX1" fmla="*/ 0 w 3184960"/>
                <a:gd name="csY1" fmla="*/ 2275661 h 2279562"/>
                <a:gd name="csX2" fmla="*/ 2476723 w 3184960"/>
                <a:gd name="csY2" fmla="*/ 0 h 2279562"/>
                <a:gd name="csX3" fmla="*/ 3175259 w 3184960"/>
                <a:gd name="csY3" fmla="*/ 859510 h 2279562"/>
                <a:gd name="csX4" fmla="*/ 3184960 w 3184960"/>
                <a:gd name="csY4" fmla="*/ 881089 h 2279562"/>
                <a:gd name="csX5" fmla="*/ 2857106 w 3184960"/>
                <a:gd name="csY5" fmla="*/ 1275578 h 2279562"/>
                <a:gd name="csX6" fmla="*/ 2449306 w 3184960"/>
                <a:gd name="csY6" fmla="*/ 886502 h 2279562"/>
                <a:gd name="csX7" fmla="*/ 2359877 w 3184960"/>
                <a:gd name="csY7" fmla="*/ 1839719 h 2279562"/>
                <a:gd name="csX8" fmla="*/ 1855257 w 3184960"/>
                <a:gd name="csY8" fmla="*/ 1316045 h 2279562"/>
                <a:gd name="csX9" fmla="*/ 995493 w 3184960"/>
                <a:gd name="csY9" fmla="*/ 2112246 h 2279562"/>
                <a:gd name="csX10" fmla="*/ 789095 w 3184960"/>
                <a:gd name="csY10" fmla="*/ 2272049 h 2279562"/>
                <a:gd name="csX11" fmla="*/ 199991 w 3184960"/>
                <a:gd name="csY11" fmla="*/ 2279562 h 2279562"/>
                <a:gd name="csX0" fmla="*/ 199991 w 3207034"/>
                <a:gd name="csY0" fmla="*/ 2279562 h 2279562"/>
                <a:gd name="csX1" fmla="*/ 0 w 3207034"/>
                <a:gd name="csY1" fmla="*/ 2275661 h 2279562"/>
                <a:gd name="csX2" fmla="*/ 2476723 w 3207034"/>
                <a:gd name="csY2" fmla="*/ 0 h 2279562"/>
                <a:gd name="csX3" fmla="*/ 3207034 w 3207034"/>
                <a:gd name="csY3" fmla="*/ 859510 h 2279562"/>
                <a:gd name="csX4" fmla="*/ 3184960 w 3207034"/>
                <a:gd name="csY4" fmla="*/ 881089 h 2279562"/>
                <a:gd name="csX5" fmla="*/ 2857106 w 3207034"/>
                <a:gd name="csY5" fmla="*/ 1275578 h 2279562"/>
                <a:gd name="csX6" fmla="*/ 2449306 w 3207034"/>
                <a:gd name="csY6" fmla="*/ 886502 h 2279562"/>
                <a:gd name="csX7" fmla="*/ 2359877 w 3207034"/>
                <a:gd name="csY7" fmla="*/ 1839719 h 2279562"/>
                <a:gd name="csX8" fmla="*/ 1855257 w 3207034"/>
                <a:gd name="csY8" fmla="*/ 1316045 h 2279562"/>
                <a:gd name="csX9" fmla="*/ 995493 w 3207034"/>
                <a:gd name="csY9" fmla="*/ 2112246 h 2279562"/>
                <a:gd name="csX10" fmla="*/ 789095 w 3207034"/>
                <a:gd name="csY10" fmla="*/ 2272049 h 2279562"/>
                <a:gd name="csX11" fmla="*/ 199991 w 3207034"/>
                <a:gd name="csY11" fmla="*/ 2279562 h 2279562"/>
                <a:gd name="csX0" fmla="*/ 199991 w 3207034"/>
                <a:gd name="csY0" fmla="*/ 2279562 h 2279562"/>
                <a:gd name="csX1" fmla="*/ 0 w 3207034"/>
                <a:gd name="csY1" fmla="*/ 2275661 h 2279562"/>
                <a:gd name="csX2" fmla="*/ 2476723 w 3207034"/>
                <a:gd name="csY2" fmla="*/ 0 h 2279562"/>
                <a:gd name="csX3" fmla="*/ 3207034 w 3207034"/>
                <a:gd name="csY3" fmla="*/ 859510 h 2279562"/>
                <a:gd name="csX4" fmla="*/ 3206143 w 3207034"/>
                <a:gd name="csY4" fmla="*/ 866967 h 2279562"/>
                <a:gd name="csX5" fmla="*/ 2857106 w 3207034"/>
                <a:gd name="csY5" fmla="*/ 1275578 h 2279562"/>
                <a:gd name="csX6" fmla="*/ 2449306 w 3207034"/>
                <a:gd name="csY6" fmla="*/ 886502 h 2279562"/>
                <a:gd name="csX7" fmla="*/ 2359877 w 3207034"/>
                <a:gd name="csY7" fmla="*/ 1839719 h 2279562"/>
                <a:gd name="csX8" fmla="*/ 1855257 w 3207034"/>
                <a:gd name="csY8" fmla="*/ 1316045 h 2279562"/>
                <a:gd name="csX9" fmla="*/ 995493 w 3207034"/>
                <a:gd name="csY9" fmla="*/ 2112246 h 2279562"/>
                <a:gd name="csX10" fmla="*/ 789095 w 3207034"/>
                <a:gd name="csY10" fmla="*/ 2272049 h 2279562"/>
                <a:gd name="csX11" fmla="*/ 199991 w 3207034"/>
                <a:gd name="csY11" fmla="*/ 2279562 h 2279562"/>
                <a:gd name="csX0" fmla="*/ 199991 w 3207034"/>
                <a:gd name="csY0" fmla="*/ 2279562 h 2279562"/>
                <a:gd name="csX1" fmla="*/ 0 w 3207034"/>
                <a:gd name="csY1" fmla="*/ 2275661 h 2279562"/>
                <a:gd name="csX2" fmla="*/ 2476723 w 3207034"/>
                <a:gd name="csY2" fmla="*/ 0 h 2279562"/>
                <a:gd name="csX3" fmla="*/ 3207034 w 3207034"/>
                <a:gd name="csY3" fmla="*/ 859510 h 2279562"/>
                <a:gd name="csX4" fmla="*/ 3146124 w 3207034"/>
                <a:gd name="csY4" fmla="*/ 923455 h 2279562"/>
                <a:gd name="csX5" fmla="*/ 2857106 w 3207034"/>
                <a:gd name="csY5" fmla="*/ 1275578 h 2279562"/>
                <a:gd name="csX6" fmla="*/ 2449306 w 3207034"/>
                <a:gd name="csY6" fmla="*/ 886502 h 2279562"/>
                <a:gd name="csX7" fmla="*/ 2359877 w 3207034"/>
                <a:gd name="csY7" fmla="*/ 1839719 h 2279562"/>
                <a:gd name="csX8" fmla="*/ 1855257 w 3207034"/>
                <a:gd name="csY8" fmla="*/ 1316045 h 2279562"/>
                <a:gd name="csX9" fmla="*/ 995493 w 3207034"/>
                <a:gd name="csY9" fmla="*/ 2112246 h 2279562"/>
                <a:gd name="csX10" fmla="*/ 789095 w 3207034"/>
                <a:gd name="csY10" fmla="*/ 2272049 h 2279562"/>
                <a:gd name="csX11" fmla="*/ 199991 w 3207034"/>
                <a:gd name="csY11" fmla="*/ 2279562 h 2279562"/>
                <a:gd name="csX0" fmla="*/ 199991 w 3224686"/>
                <a:gd name="csY0" fmla="*/ 2279562 h 2279562"/>
                <a:gd name="csX1" fmla="*/ 0 w 3224686"/>
                <a:gd name="csY1" fmla="*/ 2275661 h 2279562"/>
                <a:gd name="csX2" fmla="*/ 2476723 w 3224686"/>
                <a:gd name="csY2" fmla="*/ 0 h 2279562"/>
                <a:gd name="csX3" fmla="*/ 3224686 w 3224686"/>
                <a:gd name="csY3" fmla="*/ 841858 h 2279562"/>
                <a:gd name="csX4" fmla="*/ 3146124 w 3224686"/>
                <a:gd name="csY4" fmla="*/ 923455 h 2279562"/>
                <a:gd name="csX5" fmla="*/ 2857106 w 3224686"/>
                <a:gd name="csY5" fmla="*/ 1275578 h 2279562"/>
                <a:gd name="csX6" fmla="*/ 2449306 w 3224686"/>
                <a:gd name="csY6" fmla="*/ 886502 h 2279562"/>
                <a:gd name="csX7" fmla="*/ 2359877 w 3224686"/>
                <a:gd name="csY7" fmla="*/ 1839719 h 2279562"/>
                <a:gd name="csX8" fmla="*/ 1855257 w 3224686"/>
                <a:gd name="csY8" fmla="*/ 1316045 h 2279562"/>
                <a:gd name="csX9" fmla="*/ 995493 w 3224686"/>
                <a:gd name="csY9" fmla="*/ 2112246 h 2279562"/>
                <a:gd name="csX10" fmla="*/ 789095 w 3224686"/>
                <a:gd name="csY10" fmla="*/ 2272049 h 2279562"/>
                <a:gd name="csX11" fmla="*/ 199991 w 3224686"/>
                <a:gd name="csY11" fmla="*/ 2279562 h 2279562"/>
                <a:gd name="csX0" fmla="*/ 199991 w 3181349"/>
                <a:gd name="csY0" fmla="*/ 2279562 h 2279562"/>
                <a:gd name="csX1" fmla="*/ 0 w 3181349"/>
                <a:gd name="csY1" fmla="*/ 2275661 h 2279562"/>
                <a:gd name="csX2" fmla="*/ 2476723 w 3181349"/>
                <a:gd name="csY2" fmla="*/ 0 h 2279562"/>
                <a:gd name="csX3" fmla="*/ 3181349 w 3181349"/>
                <a:gd name="csY3" fmla="*/ 911196 h 2279562"/>
                <a:gd name="csX4" fmla="*/ 3146124 w 3181349"/>
                <a:gd name="csY4" fmla="*/ 923455 h 2279562"/>
                <a:gd name="csX5" fmla="*/ 2857106 w 3181349"/>
                <a:gd name="csY5" fmla="*/ 1275578 h 2279562"/>
                <a:gd name="csX6" fmla="*/ 2449306 w 3181349"/>
                <a:gd name="csY6" fmla="*/ 886502 h 2279562"/>
                <a:gd name="csX7" fmla="*/ 2359877 w 3181349"/>
                <a:gd name="csY7" fmla="*/ 1839719 h 2279562"/>
                <a:gd name="csX8" fmla="*/ 1855257 w 3181349"/>
                <a:gd name="csY8" fmla="*/ 1316045 h 2279562"/>
                <a:gd name="csX9" fmla="*/ 995493 w 3181349"/>
                <a:gd name="csY9" fmla="*/ 2112246 h 2279562"/>
                <a:gd name="csX10" fmla="*/ 789095 w 3181349"/>
                <a:gd name="csY10" fmla="*/ 2272049 h 2279562"/>
                <a:gd name="csX11" fmla="*/ 199991 w 3181349"/>
                <a:gd name="csY11" fmla="*/ 2279562 h 2279562"/>
                <a:gd name="csX0" fmla="*/ 199991 w 3164015"/>
                <a:gd name="csY0" fmla="*/ 2279562 h 2279562"/>
                <a:gd name="csX1" fmla="*/ 0 w 3164015"/>
                <a:gd name="csY1" fmla="*/ 2275661 h 2279562"/>
                <a:gd name="csX2" fmla="*/ 2476723 w 3164015"/>
                <a:gd name="csY2" fmla="*/ 0 h 2279562"/>
                <a:gd name="csX3" fmla="*/ 3164015 w 3164015"/>
                <a:gd name="csY3" fmla="*/ 893861 h 2279562"/>
                <a:gd name="csX4" fmla="*/ 3146124 w 3164015"/>
                <a:gd name="csY4" fmla="*/ 923455 h 2279562"/>
                <a:gd name="csX5" fmla="*/ 2857106 w 3164015"/>
                <a:gd name="csY5" fmla="*/ 1275578 h 2279562"/>
                <a:gd name="csX6" fmla="*/ 2449306 w 3164015"/>
                <a:gd name="csY6" fmla="*/ 886502 h 2279562"/>
                <a:gd name="csX7" fmla="*/ 2359877 w 3164015"/>
                <a:gd name="csY7" fmla="*/ 1839719 h 2279562"/>
                <a:gd name="csX8" fmla="*/ 1855257 w 3164015"/>
                <a:gd name="csY8" fmla="*/ 1316045 h 2279562"/>
                <a:gd name="csX9" fmla="*/ 995493 w 3164015"/>
                <a:gd name="csY9" fmla="*/ 2112246 h 2279562"/>
                <a:gd name="csX10" fmla="*/ 789095 w 3164015"/>
                <a:gd name="csY10" fmla="*/ 2272049 h 2279562"/>
                <a:gd name="csX11" fmla="*/ 199991 w 3164015"/>
                <a:gd name="csY11" fmla="*/ 2279562 h 2279562"/>
                <a:gd name="csX0" fmla="*/ 199991 w 3164015"/>
                <a:gd name="csY0" fmla="*/ 2279562 h 2279562"/>
                <a:gd name="csX1" fmla="*/ 0 w 3164015"/>
                <a:gd name="csY1" fmla="*/ 2275661 h 2279562"/>
                <a:gd name="csX2" fmla="*/ 2476723 w 3164015"/>
                <a:gd name="csY2" fmla="*/ 0 h 2279562"/>
                <a:gd name="csX3" fmla="*/ 3164015 w 3164015"/>
                <a:gd name="csY3" fmla="*/ 893861 h 2279562"/>
                <a:gd name="csX4" fmla="*/ 3031123 w 3164015"/>
                <a:gd name="csY4" fmla="*/ 1066505 h 2279562"/>
                <a:gd name="csX5" fmla="*/ 2857106 w 3164015"/>
                <a:gd name="csY5" fmla="*/ 1275578 h 2279562"/>
                <a:gd name="csX6" fmla="*/ 2449306 w 3164015"/>
                <a:gd name="csY6" fmla="*/ 886502 h 2279562"/>
                <a:gd name="csX7" fmla="*/ 2359877 w 3164015"/>
                <a:gd name="csY7" fmla="*/ 1839719 h 2279562"/>
                <a:gd name="csX8" fmla="*/ 1855257 w 3164015"/>
                <a:gd name="csY8" fmla="*/ 1316045 h 2279562"/>
                <a:gd name="csX9" fmla="*/ 995493 w 3164015"/>
                <a:gd name="csY9" fmla="*/ 2112246 h 2279562"/>
                <a:gd name="csX10" fmla="*/ 789095 w 3164015"/>
                <a:gd name="csY10" fmla="*/ 2272049 h 2279562"/>
                <a:gd name="csX11" fmla="*/ 199991 w 3164015"/>
                <a:gd name="csY11" fmla="*/ 2279562 h 2279562"/>
                <a:gd name="csX0" fmla="*/ 199991 w 3121941"/>
                <a:gd name="csY0" fmla="*/ 2279562 h 2279562"/>
                <a:gd name="csX1" fmla="*/ 0 w 3121941"/>
                <a:gd name="csY1" fmla="*/ 2275661 h 2279562"/>
                <a:gd name="csX2" fmla="*/ 2476723 w 3121941"/>
                <a:gd name="csY2" fmla="*/ 0 h 2279562"/>
                <a:gd name="csX3" fmla="*/ 3121941 w 3121941"/>
                <a:gd name="csY3" fmla="*/ 944349 h 2279562"/>
                <a:gd name="csX4" fmla="*/ 3031123 w 3121941"/>
                <a:gd name="csY4" fmla="*/ 1066505 h 2279562"/>
                <a:gd name="csX5" fmla="*/ 2857106 w 3121941"/>
                <a:gd name="csY5" fmla="*/ 1275578 h 2279562"/>
                <a:gd name="csX6" fmla="*/ 2449306 w 3121941"/>
                <a:gd name="csY6" fmla="*/ 886502 h 2279562"/>
                <a:gd name="csX7" fmla="*/ 2359877 w 3121941"/>
                <a:gd name="csY7" fmla="*/ 1839719 h 2279562"/>
                <a:gd name="csX8" fmla="*/ 1855257 w 3121941"/>
                <a:gd name="csY8" fmla="*/ 1316045 h 2279562"/>
                <a:gd name="csX9" fmla="*/ 995493 w 3121941"/>
                <a:gd name="csY9" fmla="*/ 2112246 h 2279562"/>
                <a:gd name="csX10" fmla="*/ 789095 w 3121941"/>
                <a:gd name="csY10" fmla="*/ 2272049 h 2279562"/>
                <a:gd name="csX11" fmla="*/ 199991 w 3121941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31123 w 3155599"/>
                <a:gd name="csY4" fmla="*/ 1066505 h 2279562"/>
                <a:gd name="csX5" fmla="*/ 2857106 w 3155599"/>
                <a:gd name="csY5" fmla="*/ 1275578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33928 w 3155599"/>
                <a:gd name="csY4" fmla="*/ 1055286 h 2279562"/>
                <a:gd name="csX5" fmla="*/ 2857106 w 3155599"/>
                <a:gd name="csY5" fmla="*/ 1275578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33928 w 3155599"/>
                <a:gd name="csY4" fmla="*/ 1055286 h 2279562"/>
                <a:gd name="csX5" fmla="*/ 2775764 w 3155599"/>
                <a:gd name="csY5" fmla="*/ 131484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75764 w 3155599"/>
                <a:gd name="csY5" fmla="*/ 131484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84179 w 3155599"/>
                <a:gd name="csY5" fmla="*/ 132606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84179 w 3155599"/>
                <a:gd name="csY5" fmla="*/ 132606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95609 w 3155599"/>
                <a:gd name="csY5" fmla="*/ 1331781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8423 w 3155599"/>
                <a:gd name="csY4" fmla="*/ 1055391 h 2279562"/>
                <a:gd name="csX5" fmla="*/ 2795609 w 3155599"/>
                <a:gd name="csY5" fmla="*/ 1331781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902381 h 2279562"/>
                <a:gd name="csX4" fmla="*/ 3028423 w 3155599"/>
                <a:gd name="csY4" fmla="*/ 1055391 h 2279562"/>
                <a:gd name="csX5" fmla="*/ 2795609 w 3155599"/>
                <a:gd name="csY5" fmla="*/ 1331781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61314"/>
                <a:gd name="csY0" fmla="*/ 2279562 h 2279562"/>
                <a:gd name="csX1" fmla="*/ 0 w 3161314"/>
                <a:gd name="csY1" fmla="*/ 2275661 h 2279562"/>
                <a:gd name="csX2" fmla="*/ 2476723 w 3161314"/>
                <a:gd name="csY2" fmla="*/ 0 h 2279562"/>
                <a:gd name="csX3" fmla="*/ 3161314 w 3161314"/>
                <a:gd name="csY3" fmla="*/ 908096 h 2279562"/>
                <a:gd name="csX4" fmla="*/ 3028423 w 3161314"/>
                <a:gd name="csY4" fmla="*/ 1055391 h 2279562"/>
                <a:gd name="csX5" fmla="*/ 2795609 w 3161314"/>
                <a:gd name="csY5" fmla="*/ 1331781 h 2279562"/>
                <a:gd name="csX6" fmla="*/ 2449306 w 3161314"/>
                <a:gd name="csY6" fmla="*/ 886502 h 2279562"/>
                <a:gd name="csX7" fmla="*/ 2359877 w 3161314"/>
                <a:gd name="csY7" fmla="*/ 1839719 h 2279562"/>
                <a:gd name="csX8" fmla="*/ 1855257 w 3161314"/>
                <a:gd name="csY8" fmla="*/ 1316045 h 2279562"/>
                <a:gd name="csX9" fmla="*/ 995493 w 3161314"/>
                <a:gd name="csY9" fmla="*/ 2112246 h 2279562"/>
                <a:gd name="csX10" fmla="*/ 789095 w 3161314"/>
                <a:gd name="csY10" fmla="*/ 2272049 h 2279562"/>
                <a:gd name="csX11" fmla="*/ 199991 w 3161314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49306 w 3164226"/>
                <a:gd name="csY6" fmla="*/ 886502 h 2279562"/>
                <a:gd name="csX7" fmla="*/ 2359877 w 3164226"/>
                <a:gd name="csY7" fmla="*/ 1839719 h 2279562"/>
                <a:gd name="csX8" fmla="*/ 1855257 w 3164226"/>
                <a:gd name="csY8" fmla="*/ 1316045 h 2279562"/>
                <a:gd name="csX9" fmla="*/ 995493 w 3164226"/>
                <a:gd name="csY9" fmla="*/ 2112246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49306 w 3164226"/>
                <a:gd name="csY6" fmla="*/ 886502 h 2279562"/>
                <a:gd name="csX7" fmla="*/ 2309077 w 3164226"/>
                <a:gd name="csY7" fmla="*/ 1906394 h 2279562"/>
                <a:gd name="csX8" fmla="*/ 1855257 w 3164226"/>
                <a:gd name="csY8" fmla="*/ 1316045 h 2279562"/>
                <a:gd name="csX9" fmla="*/ 995493 w 3164226"/>
                <a:gd name="csY9" fmla="*/ 2112246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49306 w 3164226"/>
                <a:gd name="csY6" fmla="*/ 886502 h 2279562"/>
                <a:gd name="csX7" fmla="*/ 2309077 w 3164226"/>
                <a:gd name="csY7" fmla="*/ 1906394 h 2279562"/>
                <a:gd name="csX8" fmla="*/ 1855257 w 3164226"/>
                <a:gd name="csY8" fmla="*/ 1316045 h 2279562"/>
                <a:gd name="csX9" fmla="*/ 990050 w 3164226"/>
                <a:gd name="csY9" fmla="*/ 2104082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00321 w 3164226"/>
                <a:gd name="csY6" fmla="*/ 813024 h 2279562"/>
                <a:gd name="csX7" fmla="*/ 2309077 w 3164226"/>
                <a:gd name="csY7" fmla="*/ 1906394 h 2279562"/>
                <a:gd name="csX8" fmla="*/ 1855257 w 3164226"/>
                <a:gd name="csY8" fmla="*/ 1316045 h 2279562"/>
                <a:gd name="csX9" fmla="*/ 990050 w 3164226"/>
                <a:gd name="csY9" fmla="*/ 2104082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400321 w 3164226"/>
                <a:gd name="csY6" fmla="*/ 1141637 h 2608175"/>
                <a:gd name="csX7" fmla="*/ 2309077 w 3164226"/>
                <a:gd name="csY7" fmla="*/ 2235007 h 2608175"/>
                <a:gd name="csX8" fmla="*/ 1855257 w 3164226"/>
                <a:gd name="csY8" fmla="*/ 1644658 h 2608175"/>
                <a:gd name="csX9" fmla="*/ 990050 w 3164226"/>
                <a:gd name="csY9" fmla="*/ 2432695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24109 w 3164226"/>
                <a:gd name="csY6" fmla="*/ 898749 h 2608175"/>
                <a:gd name="csX7" fmla="*/ 2309077 w 3164226"/>
                <a:gd name="csY7" fmla="*/ 2235007 h 2608175"/>
                <a:gd name="csX8" fmla="*/ 1855257 w 3164226"/>
                <a:gd name="csY8" fmla="*/ 1644658 h 2608175"/>
                <a:gd name="csX9" fmla="*/ 990050 w 3164226"/>
                <a:gd name="csY9" fmla="*/ 2432695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24109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97020 h 2608175"/>
                <a:gd name="csX9" fmla="*/ 990050 w 3164226"/>
                <a:gd name="csY9" fmla="*/ 2432695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24109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97020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97020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37556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37556 w 3164226"/>
                <a:gd name="csY8" fmla="*/ 1486135 h 2608175"/>
                <a:gd name="csX9" fmla="*/ 789095 w 3164226"/>
                <a:gd name="csY9" fmla="*/ 2600662 h 2608175"/>
                <a:gd name="csX10" fmla="*/ 199991 w 3164226"/>
                <a:gd name="csY10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2795609 w 3164226"/>
                <a:gd name="csY4" fmla="*/ 1660394 h 2608175"/>
                <a:gd name="csX5" fmla="*/ 2218666 w 3164226"/>
                <a:gd name="csY5" fmla="*/ 898749 h 2608175"/>
                <a:gd name="csX6" fmla="*/ 2309077 w 3164226"/>
                <a:gd name="csY6" fmla="*/ 2235007 h 2608175"/>
                <a:gd name="csX7" fmla="*/ 1737556 w 3164226"/>
                <a:gd name="csY7" fmla="*/ 1486135 h 2608175"/>
                <a:gd name="csX8" fmla="*/ 789095 w 3164226"/>
                <a:gd name="csY8" fmla="*/ 2600662 h 2608175"/>
                <a:gd name="csX9" fmla="*/ 199991 w 3164226"/>
                <a:gd name="csY9" fmla="*/ 2608175 h 2608175"/>
                <a:gd name="csX0" fmla="*/ 789095 w 3164226"/>
                <a:gd name="csY0" fmla="*/ 2600662 h 2604274"/>
                <a:gd name="csX1" fmla="*/ 0 w 3164226"/>
                <a:gd name="csY1" fmla="*/ 2604274 h 2604274"/>
                <a:gd name="csX2" fmla="*/ 2229073 w 3164226"/>
                <a:gd name="csY2" fmla="*/ 0 h 2604274"/>
                <a:gd name="csX3" fmla="*/ 3164226 w 3164226"/>
                <a:gd name="csY3" fmla="*/ 1227973 h 2604274"/>
                <a:gd name="csX4" fmla="*/ 2795609 w 3164226"/>
                <a:gd name="csY4" fmla="*/ 1660394 h 2604274"/>
                <a:gd name="csX5" fmla="*/ 2218666 w 3164226"/>
                <a:gd name="csY5" fmla="*/ 898749 h 2604274"/>
                <a:gd name="csX6" fmla="*/ 2309077 w 3164226"/>
                <a:gd name="csY6" fmla="*/ 2235007 h 2604274"/>
                <a:gd name="csX7" fmla="*/ 1737556 w 3164226"/>
                <a:gd name="csY7" fmla="*/ 1486135 h 2604274"/>
                <a:gd name="csX8" fmla="*/ 789095 w 3164226"/>
                <a:gd name="csY8" fmla="*/ 2600662 h 2604274"/>
                <a:gd name="csX0" fmla="*/ 789095 w 3164226"/>
                <a:gd name="csY0" fmla="*/ 2597940 h 2601552"/>
                <a:gd name="csX1" fmla="*/ 0 w 3164226"/>
                <a:gd name="csY1" fmla="*/ 2601552 h 2601552"/>
                <a:gd name="csX2" fmla="*/ 2218187 w 3164226"/>
                <a:gd name="csY2" fmla="*/ 0 h 2601552"/>
                <a:gd name="csX3" fmla="*/ 3164226 w 3164226"/>
                <a:gd name="csY3" fmla="*/ 1225251 h 2601552"/>
                <a:gd name="csX4" fmla="*/ 2795609 w 3164226"/>
                <a:gd name="csY4" fmla="*/ 1657672 h 2601552"/>
                <a:gd name="csX5" fmla="*/ 2218666 w 3164226"/>
                <a:gd name="csY5" fmla="*/ 896027 h 2601552"/>
                <a:gd name="csX6" fmla="*/ 2309077 w 3164226"/>
                <a:gd name="csY6" fmla="*/ 2232285 h 2601552"/>
                <a:gd name="csX7" fmla="*/ 1737556 w 3164226"/>
                <a:gd name="csY7" fmla="*/ 1483413 h 2601552"/>
                <a:gd name="csX8" fmla="*/ 789095 w 3164226"/>
                <a:gd name="csY8" fmla="*/ 2597940 h 2601552"/>
                <a:gd name="csX0" fmla="*/ 789095 w 3164226"/>
                <a:gd name="csY0" fmla="*/ 2597940 h 2601552"/>
                <a:gd name="csX1" fmla="*/ 0 w 3164226"/>
                <a:gd name="csY1" fmla="*/ 2601552 h 2601552"/>
                <a:gd name="csX2" fmla="*/ 2218187 w 3164226"/>
                <a:gd name="csY2" fmla="*/ 0 h 2601552"/>
                <a:gd name="csX3" fmla="*/ 3164226 w 3164226"/>
                <a:gd name="csY3" fmla="*/ 1230039 h 2601552"/>
                <a:gd name="csX4" fmla="*/ 2795609 w 3164226"/>
                <a:gd name="csY4" fmla="*/ 1657672 h 2601552"/>
                <a:gd name="csX5" fmla="*/ 2218666 w 3164226"/>
                <a:gd name="csY5" fmla="*/ 896027 h 2601552"/>
                <a:gd name="csX6" fmla="*/ 2309077 w 3164226"/>
                <a:gd name="csY6" fmla="*/ 2232285 h 2601552"/>
                <a:gd name="csX7" fmla="*/ 1737556 w 3164226"/>
                <a:gd name="csY7" fmla="*/ 1483413 h 2601552"/>
                <a:gd name="csX8" fmla="*/ 789095 w 3164226"/>
                <a:gd name="csY8" fmla="*/ 2597940 h 2601552"/>
                <a:gd name="csX0" fmla="*/ 789095 w 3164226"/>
                <a:gd name="csY0" fmla="*/ 2597940 h 2601552"/>
                <a:gd name="csX1" fmla="*/ 0 w 3164226"/>
                <a:gd name="csY1" fmla="*/ 2601552 h 2601552"/>
                <a:gd name="csX2" fmla="*/ 2218187 w 3164226"/>
                <a:gd name="csY2" fmla="*/ 0 h 2601552"/>
                <a:gd name="csX3" fmla="*/ 3164226 w 3164226"/>
                <a:gd name="csY3" fmla="*/ 1230039 h 2601552"/>
                <a:gd name="csX4" fmla="*/ 2798003 w 3164226"/>
                <a:gd name="csY4" fmla="*/ 1660066 h 2601552"/>
                <a:gd name="csX5" fmla="*/ 2218666 w 3164226"/>
                <a:gd name="csY5" fmla="*/ 896027 h 2601552"/>
                <a:gd name="csX6" fmla="*/ 2309077 w 3164226"/>
                <a:gd name="csY6" fmla="*/ 2232285 h 2601552"/>
                <a:gd name="csX7" fmla="*/ 1737556 w 3164226"/>
                <a:gd name="csY7" fmla="*/ 1483413 h 2601552"/>
                <a:gd name="csX8" fmla="*/ 789095 w 3164226"/>
                <a:gd name="csY8" fmla="*/ 2597940 h 2601552"/>
                <a:gd name="csX0" fmla="*/ 791489 w 3166620"/>
                <a:gd name="csY0" fmla="*/ 2597940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60066 h 2603945"/>
                <a:gd name="csX5" fmla="*/ 2221060 w 3166620"/>
                <a:gd name="csY5" fmla="*/ 896027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791489 w 3166620"/>
                <a:gd name="csY8" fmla="*/ 2597940 h 2603945"/>
                <a:gd name="csX0" fmla="*/ 801064 w 3166620"/>
                <a:gd name="csY0" fmla="*/ 2600334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60066 h 2603945"/>
                <a:gd name="csX5" fmla="*/ 2221060 w 3166620"/>
                <a:gd name="csY5" fmla="*/ 896027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801064 w 3166620"/>
                <a:gd name="csY8" fmla="*/ 2600334 h 2603945"/>
                <a:gd name="csX0" fmla="*/ 801064 w 3166620"/>
                <a:gd name="csY0" fmla="*/ 2600334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48229 h 2603945"/>
                <a:gd name="csX5" fmla="*/ 2221060 w 3166620"/>
                <a:gd name="csY5" fmla="*/ 896027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801064 w 3166620"/>
                <a:gd name="csY8" fmla="*/ 2600334 h 2603945"/>
                <a:gd name="csX0" fmla="*/ 801064 w 3166620"/>
                <a:gd name="csY0" fmla="*/ 2600334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48229 h 2603945"/>
                <a:gd name="csX5" fmla="*/ 2232897 w 3166620"/>
                <a:gd name="csY5" fmla="*/ 904904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801064 w 3166620"/>
                <a:gd name="csY8" fmla="*/ 2600334 h 2603945"/>
                <a:gd name="csX0" fmla="*/ 801064 w 3160701"/>
                <a:gd name="csY0" fmla="*/ 2600334 h 2603945"/>
                <a:gd name="csX1" fmla="*/ 0 w 3160701"/>
                <a:gd name="csY1" fmla="*/ 2603945 h 2603945"/>
                <a:gd name="csX2" fmla="*/ 2220581 w 3160701"/>
                <a:gd name="csY2" fmla="*/ 0 h 2603945"/>
                <a:gd name="csX3" fmla="*/ 3160701 w 3160701"/>
                <a:gd name="csY3" fmla="*/ 1218202 h 2603945"/>
                <a:gd name="csX4" fmla="*/ 2800397 w 3160701"/>
                <a:gd name="csY4" fmla="*/ 1648229 h 2603945"/>
                <a:gd name="csX5" fmla="*/ 2232897 w 3160701"/>
                <a:gd name="csY5" fmla="*/ 904904 h 2603945"/>
                <a:gd name="csX6" fmla="*/ 2311471 w 3160701"/>
                <a:gd name="csY6" fmla="*/ 2232285 h 2603945"/>
                <a:gd name="csX7" fmla="*/ 1739950 w 3160701"/>
                <a:gd name="csY7" fmla="*/ 1483413 h 2603945"/>
                <a:gd name="csX8" fmla="*/ 801064 w 3160701"/>
                <a:gd name="csY8" fmla="*/ 2600334 h 2603945"/>
                <a:gd name="csX0" fmla="*/ 801064 w 3160701"/>
                <a:gd name="csY0" fmla="*/ 2600334 h 2603945"/>
                <a:gd name="csX1" fmla="*/ 0 w 3160701"/>
                <a:gd name="csY1" fmla="*/ 2603945 h 2603945"/>
                <a:gd name="csX2" fmla="*/ 2220581 w 3160701"/>
                <a:gd name="csY2" fmla="*/ 0 h 2603945"/>
                <a:gd name="csX3" fmla="*/ 3160701 w 3160701"/>
                <a:gd name="csY3" fmla="*/ 1224121 h 2603945"/>
                <a:gd name="csX4" fmla="*/ 2800397 w 3160701"/>
                <a:gd name="csY4" fmla="*/ 1648229 h 2603945"/>
                <a:gd name="csX5" fmla="*/ 2232897 w 3160701"/>
                <a:gd name="csY5" fmla="*/ 904904 h 2603945"/>
                <a:gd name="csX6" fmla="*/ 2311471 w 3160701"/>
                <a:gd name="csY6" fmla="*/ 2232285 h 2603945"/>
                <a:gd name="csX7" fmla="*/ 1739950 w 3160701"/>
                <a:gd name="csY7" fmla="*/ 1483413 h 2603945"/>
                <a:gd name="csX8" fmla="*/ 801064 w 3160701"/>
                <a:gd name="csY8" fmla="*/ 2600334 h 2603945"/>
                <a:gd name="csX0" fmla="*/ 801064 w 3163660"/>
                <a:gd name="csY0" fmla="*/ 2600334 h 2603945"/>
                <a:gd name="csX1" fmla="*/ 0 w 3163660"/>
                <a:gd name="csY1" fmla="*/ 2603945 h 2603945"/>
                <a:gd name="csX2" fmla="*/ 2220581 w 3163660"/>
                <a:gd name="csY2" fmla="*/ 0 h 2603945"/>
                <a:gd name="csX3" fmla="*/ 3163660 w 3163660"/>
                <a:gd name="csY3" fmla="*/ 1227080 h 2603945"/>
                <a:gd name="csX4" fmla="*/ 2800397 w 3163660"/>
                <a:gd name="csY4" fmla="*/ 1648229 h 2603945"/>
                <a:gd name="csX5" fmla="*/ 2232897 w 3163660"/>
                <a:gd name="csY5" fmla="*/ 904904 h 2603945"/>
                <a:gd name="csX6" fmla="*/ 2311471 w 3163660"/>
                <a:gd name="csY6" fmla="*/ 2232285 h 2603945"/>
                <a:gd name="csX7" fmla="*/ 1739950 w 3163660"/>
                <a:gd name="csY7" fmla="*/ 1483413 h 2603945"/>
                <a:gd name="csX8" fmla="*/ 801064 w 3163660"/>
                <a:gd name="csY8" fmla="*/ 2600334 h 2603945"/>
                <a:gd name="csX0" fmla="*/ 801064 w 3163660"/>
                <a:gd name="csY0" fmla="*/ 2600334 h 2603945"/>
                <a:gd name="csX1" fmla="*/ 0 w 3163660"/>
                <a:gd name="csY1" fmla="*/ 2603945 h 2603945"/>
                <a:gd name="csX2" fmla="*/ 2220581 w 3163660"/>
                <a:gd name="csY2" fmla="*/ 0 h 2603945"/>
                <a:gd name="csX3" fmla="*/ 3163660 w 3163660"/>
                <a:gd name="csY3" fmla="*/ 1227080 h 2603945"/>
                <a:gd name="csX4" fmla="*/ 2800397 w 3163660"/>
                <a:gd name="csY4" fmla="*/ 1648229 h 2603945"/>
                <a:gd name="csX5" fmla="*/ 2232897 w 3163660"/>
                <a:gd name="csY5" fmla="*/ 904904 h 2603945"/>
                <a:gd name="csX6" fmla="*/ 2311471 w 3163660"/>
                <a:gd name="csY6" fmla="*/ 2232285 h 2603945"/>
                <a:gd name="csX7" fmla="*/ 1739950 w 3163660"/>
                <a:gd name="csY7" fmla="*/ 1483413 h 2603945"/>
                <a:gd name="csX8" fmla="*/ 801064 w 3163660"/>
                <a:gd name="csY8" fmla="*/ 2600334 h 260394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35245 h 2606905"/>
                <a:gd name="csX7" fmla="*/ 1739950 w 3163660"/>
                <a:gd name="csY7" fmla="*/ 1486373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39950 w 3163660"/>
                <a:gd name="csY7" fmla="*/ 1486373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39950 w 3163660"/>
                <a:gd name="csY7" fmla="*/ 1492291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39950 w 3163660"/>
                <a:gd name="csY7" fmla="*/ 1492291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801064 w 3163660"/>
                <a:gd name="csY7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806922 w 3163660"/>
                <a:gd name="csY7" fmla="*/ 245213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949062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949062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949062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29982 w 3163660"/>
                <a:gd name="csY7" fmla="*/ 1511097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29982 w 3163660"/>
                <a:gd name="csY7" fmla="*/ 1511097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29982 w 3163660"/>
                <a:gd name="csY7" fmla="*/ 1511097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148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148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148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4020 h 2606905"/>
                <a:gd name="csX8" fmla="*/ 801064 w 3163660"/>
                <a:gd name="csY8" fmla="*/ 2603294 h 2606905"/>
                <a:gd name="csX0" fmla="*/ 450956 w 3163660"/>
                <a:gd name="csY0" fmla="*/ 3019305 h 3019305"/>
                <a:gd name="csX1" fmla="*/ 0 w 3163660"/>
                <a:gd name="csY1" fmla="*/ 2606905 h 3019305"/>
                <a:gd name="csX2" fmla="*/ 2217622 w 3163660"/>
                <a:gd name="csY2" fmla="*/ 0 h 3019305"/>
                <a:gd name="csX3" fmla="*/ 3163660 w 3163660"/>
                <a:gd name="csY3" fmla="*/ 1230040 h 3019305"/>
                <a:gd name="csX4" fmla="*/ 2800397 w 3163660"/>
                <a:gd name="csY4" fmla="*/ 1651189 h 3019305"/>
                <a:gd name="csX5" fmla="*/ 2232897 w 3163660"/>
                <a:gd name="csY5" fmla="*/ 907864 h 3019305"/>
                <a:gd name="csX6" fmla="*/ 2314011 w 3163660"/>
                <a:gd name="csY6" fmla="*/ 2225529 h 3019305"/>
                <a:gd name="csX7" fmla="*/ 1752817 w 3163660"/>
                <a:gd name="csY7" fmla="*/ 1484020 h 3019305"/>
                <a:gd name="csX8" fmla="*/ 450956 w 3163660"/>
                <a:gd name="csY8" fmla="*/ 3019305 h 3019305"/>
                <a:gd name="csX0" fmla="*/ 792827 w 3505531"/>
                <a:gd name="csY0" fmla="*/ 3019305 h 3019305"/>
                <a:gd name="csX1" fmla="*/ 0 w 3505531"/>
                <a:gd name="csY1" fmla="*/ 3006440 h 3019305"/>
                <a:gd name="csX2" fmla="*/ 2559493 w 3505531"/>
                <a:gd name="csY2" fmla="*/ 0 h 3019305"/>
                <a:gd name="csX3" fmla="*/ 3505531 w 3505531"/>
                <a:gd name="csY3" fmla="*/ 1230040 h 3019305"/>
                <a:gd name="csX4" fmla="*/ 3142268 w 3505531"/>
                <a:gd name="csY4" fmla="*/ 1651189 h 3019305"/>
                <a:gd name="csX5" fmla="*/ 2574768 w 3505531"/>
                <a:gd name="csY5" fmla="*/ 907864 h 3019305"/>
                <a:gd name="csX6" fmla="*/ 2655882 w 3505531"/>
                <a:gd name="csY6" fmla="*/ 2225529 h 3019305"/>
                <a:gd name="csX7" fmla="*/ 2094688 w 3505531"/>
                <a:gd name="csY7" fmla="*/ 1484020 h 3019305"/>
                <a:gd name="csX8" fmla="*/ 792827 w 3505531"/>
                <a:gd name="csY8" fmla="*/ 3019305 h 3019305"/>
                <a:gd name="csX0" fmla="*/ 801065 w 3505531"/>
                <a:gd name="csY0" fmla="*/ 3011067 h 3011067"/>
                <a:gd name="csX1" fmla="*/ 0 w 3505531"/>
                <a:gd name="csY1" fmla="*/ 3006440 h 3011067"/>
                <a:gd name="csX2" fmla="*/ 2559493 w 3505531"/>
                <a:gd name="csY2" fmla="*/ 0 h 3011067"/>
                <a:gd name="csX3" fmla="*/ 3505531 w 3505531"/>
                <a:gd name="csY3" fmla="*/ 1230040 h 3011067"/>
                <a:gd name="csX4" fmla="*/ 3142268 w 3505531"/>
                <a:gd name="csY4" fmla="*/ 1651189 h 3011067"/>
                <a:gd name="csX5" fmla="*/ 2574768 w 3505531"/>
                <a:gd name="csY5" fmla="*/ 907864 h 3011067"/>
                <a:gd name="csX6" fmla="*/ 2655882 w 3505531"/>
                <a:gd name="csY6" fmla="*/ 2225529 h 3011067"/>
                <a:gd name="csX7" fmla="*/ 2094688 w 3505531"/>
                <a:gd name="csY7" fmla="*/ 1484020 h 3011067"/>
                <a:gd name="csX8" fmla="*/ 801065 w 3505531"/>
                <a:gd name="csY8" fmla="*/ 3011067 h 30110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05531" h="3011067">
                  <a:moveTo>
                    <a:pt x="801065" y="3011067"/>
                  </a:moveTo>
                  <a:lnTo>
                    <a:pt x="0" y="3006440"/>
                  </a:lnTo>
                  <a:lnTo>
                    <a:pt x="2559493" y="0"/>
                  </a:lnTo>
                  <a:lnTo>
                    <a:pt x="3505531" y="1230040"/>
                  </a:lnTo>
                  <a:lnTo>
                    <a:pt x="3142268" y="1651189"/>
                  </a:lnTo>
                  <a:lnTo>
                    <a:pt x="2574768" y="907864"/>
                  </a:lnTo>
                  <a:lnTo>
                    <a:pt x="2655882" y="2225529"/>
                  </a:lnTo>
                  <a:cubicBezTo>
                    <a:pt x="2374015" y="1864934"/>
                    <a:pt x="2375272" y="1851396"/>
                    <a:pt x="2094688" y="1484020"/>
                  </a:cubicBezTo>
                  <a:cubicBezTo>
                    <a:pt x="1938513" y="1655223"/>
                    <a:pt x="1012189" y="2758154"/>
                    <a:pt x="801065" y="3011067"/>
                  </a:cubicBezTo>
                  <a:close/>
                </a:path>
              </a:pathLst>
            </a:custGeom>
            <a:gradFill flip="none" rotWithShape="1">
              <a:gsLst>
                <a:gs pos="25000">
                  <a:schemeClr val="accent6">
                    <a:lumMod val="50000"/>
                  </a:schemeClr>
                </a:gs>
                <a:gs pos="65000">
                  <a:schemeClr val="accent6">
                    <a:lumMod val="60000"/>
                    <a:lumOff val="40000"/>
                  </a:schemeClr>
                </a:gs>
                <a:gs pos="90000">
                  <a:schemeClr val="accent6">
                    <a:lumMod val="20000"/>
                    <a:lumOff val="80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Freeform 2">
              <a:extLst>
                <a:ext uri="{FF2B5EF4-FFF2-40B4-BE49-F238E27FC236}">
                  <a16:creationId xmlns:a16="http://schemas.microsoft.com/office/drawing/2014/main" id="{79D84744-6F92-D42A-DFAA-A8AF4F173073}"/>
                </a:ext>
              </a:extLst>
            </p:cNvPr>
            <p:cNvSpPr/>
            <p:nvPr/>
          </p:nvSpPr>
          <p:spPr>
            <a:xfrm>
              <a:off x="2770345" y="2376371"/>
              <a:ext cx="3403358" cy="2105258"/>
            </a:xfrm>
            <a:custGeom>
              <a:avLst/>
              <a:gdLst>
                <a:gd name="csX0" fmla="*/ 723697 w 2778317"/>
                <a:gd name="csY0" fmla="*/ 1706637 h 1773005"/>
                <a:gd name="csX1" fmla="*/ 0 w 2778317"/>
                <a:gd name="csY1" fmla="*/ 1727309 h 1773005"/>
                <a:gd name="csX2" fmla="*/ 1471411 w 2778317"/>
                <a:gd name="csY2" fmla="*/ 0 h 1773005"/>
                <a:gd name="csX3" fmla="*/ 2778317 w 2778317"/>
                <a:gd name="csY3" fmla="*/ 1709031 h 1773005"/>
                <a:gd name="csX4" fmla="*/ 2165991 w 2778317"/>
                <a:gd name="csY4" fmla="*/ 1754727 h 1773005"/>
                <a:gd name="csX5" fmla="*/ 1453133 w 2778317"/>
                <a:gd name="csY5" fmla="*/ 895642 h 1773005"/>
                <a:gd name="csX6" fmla="*/ 667162 w 2778317"/>
                <a:gd name="csY6" fmla="*/ 1773005 h 1773005"/>
                <a:gd name="csX7" fmla="*/ 723697 w 2778317"/>
                <a:gd name="csY7" fmla="*/ 1706637 h 1773005"/>
                <a:gd name="csX0" fmla="*/ 706490 w 2761110"/>
                <a:gd name="csY0" fmla="*/ 1706637 h 1773005"/>
                <a:gd name="csX1" fmla="*/ 0 w 2761110"/>
                <a:gd name="csY1" fmla="*/ 1707645 h 1773005"/>
                <a:gd name="csX2" fmla="*/ 1454204 w 2761110"/>
                <a:gd name="csY2" fmla="*/ 0 h 1773005"/>
                <a:gd name="csX3" fmla="*/ 2761110 w 2761110"/>
                <a:gd name="csY3" fmla="*/ 1709031 h 1773005"/>
                <a:gd name="csX4" fmla="*/ 2148784 w 2761110"/>
                <a:gd name="csY4" fmla="*/ 1754727 h 1773005"/>
                <a:gd name="csX5" fmla="*/ 1435926 w 2761110"/>
                <a:gd name="csY5" fmla="*/ 895642 h 1773005"/>
                <a:gd name="csX6" fmla="*/ 649955 w 2761110"/>
                <a:gd name="csY6" fmla="*/ 1773005 h 1773005"/>
                <a:gd name="csX7" fmla="*/ 706490 w 2761110"/>
                <a:gd name="csY7" fmla="*/ 1706637 h 1773005"/>
                <a:gd name="csX0" fmla="*/ 706490 w 2761110"/>
                <a:gd name="csY0" fmla="*/ 1706637 h 1773005"/>
                <a:gd name="csX1" fmla="*/ 0 w 2761110"/>
                <a:gd name="csY1" fmla="*/ 1707645 h 1773005"/>
                <a:gd name="csX2" fmla="*/ 1454204 w 2761110"/>
                <a:gd name="csY2" fmla="*/ 0 h 1773005"/>
                <a:gd name="csX3" fmla="*/ 2761110 w 2761110"/>
                <a:gd name="csY3" fmla="*/ 1709031 h 1773005"/>
                <a:gd name="csX4" fmla="*/ 2148784 w 2761110"/>
                <a:gd name="csY4" fmla="*/ 1754727 h 1773005"/>
                <a:gd name="csX5" fmla="*/ 1435926 w 2761110"/>
                <a:gd name="csY5" fmla="*/ 895642 h 1773005"/>
                <a:gd name="csX6" fmla="*/ 649955 w 2761110"/>
                <a:gd name="csY6" fmla="*/ 1773005 h 1773005"/>
                <a:gd name="csX7" fmla="*/ 706490 w 2761110"/>
                <a:gd name="csY7" fmla="*/ 1706637 h 1773005"/>
                <a:gd name="csX0" fmla="*/ 706490 w 2761110"/>
                <a:gd name="csY0" fmla="*/ 1706637 h 1773005"/>
                <a:gd name="csX1" fmla="*/ 0 w 2761110"/>
                <a:gd name="csY1" fmla="*/ 1707645 h 1773005"/>
                <a:gd name="csX2" fmla="*/ 1454204 w 2761110"/>
                <a:gd name="csY2" fmla="*/ 0 h 1773005"/>
                <a:gd name="csX3" fmla="*/ 2761110 w 2761110"/>
                <a:gd name="csY3" fmla="*/ 1709031 h 1773005"/>
                <a:gd name="csX4" fmla="*/ 2106997 w 2761110"/>
                <a:gd name="csY4" fmla="*/ 1703107 h 1773005"/>
                <a:gd name="csX5" fmla="*/ 1435926 w 2761110"/>
                <a:gd name="csY5" fmla="*/ 895642 h 1773005"/>
                <a:gd name="csX6" fmla="*/ 649955 w 2761110"/>
                <a:gd name="csY6" fmla="*/ 1773005 h 1773005"/>
                <a:gd name="csX7" fmla="*/ 706490 w 2761110"/>
                <a:gd name="csY7" fmla="*/ 1706637 h 1773005"/>
                <a:gd name="csX0" fmla="*/ 706490 w 2763568"/>
                <a:gd name="csY0" fmla="*/ 1706637 h 1773005"/>
                <a:gd name="csX1" fmla="*/ 0 w 2763568"/>
                <a:gd name="csY1" fmla="*/ 1707645 h 1773005"/>
                <a:gd name="csX2" fmla="*/ 1454204 w 2763568"/>
                <a:gd name="csY2" fmla="*/ 0 h 1773005"/>
                <a:gd name="csX3" fmla="*/ 2763568 w 2763568"/>
                <a:gd name="csY3" fmla="*/ 1709031 h 1773005"/>
                <a:gd name="csX4" fmla="*/ 2106997 w 2763568"/>
                <a:gd name="csY4" fmla="*/ 1703107 h 1773005"/>
                <a:gd name="csX5" fmla="*/ 1435926 w 2763568"/>
                <a:gd name="csY5" fmla="*/ 895642 h 1773005"/>
                <a:gd name="csX6" fmla="*/ 649955 w 2763568"/>
                <a:gd name="csY6" fmla="*/ 1773005 h 1773005"/>
                <a:gd name="csX7" fmla="*/ 706490 w 2763568"/>
                <a:gd name="csY7" fmla="*/ 1706637 h 1773005"/>
                <a:gd name="csX0" fmla="*/ 706490 w 2763568"/>
                <a:gd name="csY0" fmla="*/ 1706637 h 1773005"/>
                <a:gd name="csX1" fmla="*/ 0 w 2763568"/>
                <a:gd name="csY1" fmla="*/ 1707645 h 1773005"/>
                <a:gd name="csX2" fmla="*/ 1454204 w 2763568"/>
                <a:gd name="csY2" fmla="*/ 0 h 1773005"/>
                <a:gd name="csX3" fmla="*/ 2763568 w 2763568"/>
                <a:gd name="csY3" fmla="*/ 1709031 h 1773005"/>
                <a:gd name="csX4" fmla="*/ 2081597 w 2763568"/>
                <a:gd name="csY4" fmla="*/ 1703107 h 1773005"/>
                <a:gd name="csX5" fmla="*/ 1435926 w 2763568"/>
                <a:gd name="csY5" fmla="*/ 895642 h 1773005"/>
                <a:gd name="csX6" fmla="*/ 649955 w 2763568"/>
                <a:gd name="csY6" fmla="*/ 1773005 h 1773005"/>
                <a:gd name="csX7" fmla="*/ 706490 w 2763568"/>
                <a:gd name="csY7" fmla="*/ 1706637 h 1773005"/>
                <a:gd name="csX0" fmla="*/ 706490 w 2763568"/>
                <a:gd name="csY0" fmla="*/ 1706637 h 1773005"/>
                <a:gd name="csX1" fmla="*/ 0 w 2763568"/>
                <a:gd name="csY1" fmla="*/ 1707645 h 1773005"/>
                <a:gd name="csX2" fmla="*/ 1454204 w 2763568"/>
                <a:gd name="csY2" fmla="*/ 0 h 1773005"/>
                <a:gd name="csX3" fmla="*/ 2763568 w 2763568"/>
                <a:gd name="csY3" fmla="*/ 1709031 h 1773005"/>
                <a:gd name="csX4" fmla="*/ 2081597 w 2763568"/>
                <a:gd name="csY4" fmla="*/ 1703107 h 1773005"/>
                <a:gd name="csX5" fmla="*/ 1445451 w 2763568"/>
                <a:gd name="csY5" fmla="*/ 889292 h 1773005"/>
                <a:gd name="csX6" fmla="*/ 649955 w 2763568"/>
                <a:gd name="csY6" fmla="*/ 1773005 h 1773005"/>
                <a:gd name="csX7" fmla="*/ 706490 w 2763568"/>
                <a:gd name="csY7" fmla="*/ 1706637 h 1773005"/>
                <a:gd name="csX0" fmla="*/ 706490 w 2763568"/>
                <a:gd name="csY0" fmla="*/ 1706637 h 1709031"/>
                <a:gd name="csX1" fmla="*/ 0 w 2763568"/>
                <a:gd name="csY1" fmla="*/ 1707645 h 1709031"/>
                <a:gd name="csX2" fmla="*/ 1454204 w 2763568"/>
                <a:gd name="csY2" fmla="*/ 0 h 1709031"/>
                <a:gd name="csX3" fmla="*/ 2763568 w 2763568"/>
                <a:gd name="csY3" fmla="*/ 1709031 h 1709031"/>
                <a:gd name="csX4" fmla="*/ 2081597 w 2763568"/>
                <a:gd name="csY4" fmla="*/ 1703107 h 1709031"/>
                <a:gd name="csX5" fmla="*/ 1445451 w 2763568"/>
                <a:gd name="csY5" fmla="*/ 889292 h 1709031"/>
                <a:gd name="csX6" fmla="*/ 706490 w 2763568"/>
                <a:gd name="csY6" fmla="*/ 1706637 h 1709031"/>
                <a:gd name="csX0" fmla="*/ 706490 w 2763568"/>
                <a:gd name="csY0" fmla="*/ 1706637 h 1709031"/>
                <a:gd name="csX1" fmla="*/ 0 w 2763568"/>
                <a:gd name="csY1" fmla="*/ 1707645 h 1709031"/>
                <a:gd name="csX2" fmla="*/ 1454204 w 2763568"/>
                <a:gd name="csY2" fmla="*/ 0 h 1709031"/>
                <a:gd name="csX3" fmla="*/ 2763568 w 2763568"/>
                <a:gd name="csY3" fmla="*/ 1709031 h 1709031"/>
                <a:gd name="csX4" fmla="*/ 2081597 w 2763568"/>
                <a:gd name="csY4" fmla="*/ 1703107 h 1709031"/>
                <a:gd name="csX5" fmla="*/ 1427695 w 2763568"/>
                <a:gd name="csY5" fmla="*/ 850822 h 1709031"/>
                <a:gd name="csX6" fmla="*/ 706490 w 2763568"/>
                <a:gd name="csY6" fmla="*/ 1706637 h 1709031"/>
                <a:gd name="csX0" fmla="*/ 706490 w 2763568"/>
                <a:gd name="csY0" fmla="*/ 1706637 h 1711984"/>
                <a:gd name="csX1" fmla="*/ 0 w 2763568"/>
                <a:gd name="csY1" fmla="*/ 1707645 h 1711984"/>
                <a:gd name="csX2" fmla="*/ 1454204 w 2763568"/>
                <a:gd name="csY2" fmla="*/ 0 h 1711984"/>
                <a:gd name="csX3" fmla="*/ 2763568 w 2763568"/>
                <a:gd name="csY3" fmla="*/ 1709031 h 1711984"/>
                <a:gd name="csX4" fmla="*/ 2087516 w 2763568"/>
                <a:gd name="csY4" fmla="*/ 1711984 h 1711984"/>
                <a:gd name="csX5" fmla="*/ 1427695 w 2763568"/>
                <a:gd name="csY5" fmla="*/ 850822 h 1711984"/>
                <a:gd name="csX6" fmla="*/ 706490 w 2763568"/>
                <a:gd name="csY6" fmla="*/ 1706637 h 1711984"/>
                <a:gd name="csX0" fmla="*/ 700571 w 2763568"/>
                <a:gd name="csY0" fmla="*/ 1706637 h 1711984"/>
                <a:gd name="csX1" fmla="*/ 0 w 2763568"/>
                <a:gd name="csY1" fmla="*/ 1707645 h 1711984"/>
                <a:gd name="csX2" fmla="*/ 1454204 w 2763568"/>
                <a:gd name="csY2" fmla="*/ 0 h 1711984"/>
                <a:gd name="csX3" fmla="*/ 2763568 w 2763568"/>
                <a:gd name="csY3" fmla="*/ 1709031 h 1711984"/>
                <a:gd name="csX4" fmla="*/ 2087516 w 2763568"/>
                <a:gd name="csY4" fmla="*/ 1711984 h 1711984"/>
                <a:gd name="csX5" fmla="*/ 1427695 w 2763568"/>
                <a:gd name="csY5" fmla="*/ 850822 h 1711984"/>
                <a:gd name="csX6" fmla="*/ 700571 w 2763568"/>
                <a:gd name="csY6" fmla="*/ 1706637 h 1711984"/>
                <a:gd name="csX0" fmla="*/ 688734 w 2751731"/>
                <a:gd name="csY0" fmla="*/ 1706637 h 1711984"/>
                <a:gd name="csX1" fmla="*/ 0 w 2751731"/>
                <a:gd name="csY1" fmla="*/ 1707645 h 1711984"/>
                <a:gd name="csX2" fmla="*/ 1442367 w 2751731"/>
                <a:gd name="csY2" fmla="*/ 0 h 1711984"/>
                <a:gd name="csX3" fmla="*/ 2751731 w 2751731"/>
                <a:gd name="csY3" fmla="*/ 1709031 h 1711984"/>
                <a:gd name="csX4" fmla="*/ 2075679 w 2751731"/>
                <a:gd name="csY4" fmla="*/ 1711984 h 1711984"/>
                <a:gd name="csX5" fmla="*/ 1415858 w 2751731"/>
                <a:gd name="csY5" fmla="*/ 850822 h 1711984"/>
                <a:gd name="csX6" fmla="*/ 688734 w 2751731"/>
                <a:gd name="csY6" fmla="*/ 1706637 h 1711984"/>
                <a:gd name="csX0" fmla="*/ 688734 w 2751731"/>
                <a:gd name="csY0" fmla="*/ 1706637 h 1711984"/>
                <a:gd name="csX1" fmla="*/ 0 w 2751731"/>
                <a:gd name="csY1" fmla="*/ 1707645 h 1711984"/>
                <a:gd name="csX2" fmla="*/ 1442367 w 2751731"/>
                <a:gd name="csY2" fmla="*/ 0 h 1711984"/>
                <a:gd name="csX3" fmla="*/ 2751731 w 2751731"/>
                <a:gd name="csY3" fmla="*/ 1709031 h 1711984"/>
                <a:gd name="csX4" fmla="*/ 2075679 w 2751731"/>
                <a:gd name="csY4" fmla="*/ 1711984 h 1711984"/>
                <a:gd name="csX5" fmla="*/ 1412898 w 2751731"/>
                <a:gd name="csY5" fmla="*/ 850822 h 1711984"/>
                <a:gd name="csX6" fmla="*/ 688734 w 2751731"/>
                <a:gd name="csY6" fmla="*/ 1706637 h 1711984"/>
                <a:gd name="csX0" fmla="*/ 688734 w 2751731"/>
                <a:gd name="csY0" fmla="*/ 1706637 h 1711984"/>
                <a:gd name="csX1" fmla="*/ 0 w 2751731"/>
                <a:gd name="csY1" fmla="*/ 1707645 h 1711984"/>
                <a:gd name="csX2" fmla="*/ 1442367 w 2751731"/>
                <a:gd name="csY2" fmla="*/ 0 h 1711984"/>
                <a:gd name="csX3" fmla="*/ 2751731 w 2751731"/>
                <a:gd name="csY3" fmla="*/ 1709031 h 1711984"/>
                <a:gd name="csX4" fmla="*/ 2075679 w 2751731"/>
                <a:gd name="csY4" fmla="*/ 1711984 h 1711984"/>
                <a:gd name="csX5" fmla="*/ 1409938 w 2751731"/>
                <a:gd name="csY5" fmla="*/ 850822 h 1711984"/>
                <a:gd name="csX6" fmla="*/ 688734 w 2751731"/>
                <a:gd name="csY6" fmla="*/ 1706637 h 1711984"/>
                <a:gd name="csX0" fmla="*/ 688734 w 2751731"/>
                <a:gd name="csY0" fmla="*/ 1706637 h 1709031"/>
                <a:gd name="csX1" fmla="*/ 0 w 2751731"/>
                <a:gd name="csY1" fmla="*/ 1707645 h 1709031"/>
                <a:gd name="csX2" fmla="*/ 1442367 w 2751731"/>
                <a:gd name="csY2" fmla="*/ 0 h 1709031"/>
                <a:gd name="csX3" fmla="*/ 2751731 w 2751731"/>
                <a:gd name="csY3" fmla="*/ 1709031 h 1709031"/>
                <a:gd name="csX4" fmla="*/ 2069761 w 2751731"/>
                <a:gd name="csY4" fmla="*/ 1709025 h 1709031"/>
                <a:gd name="csX5" fmla="*/ 1409938 w 2751731"/>
                <a:gd name="csY5" fmla="*/ 850822 h 1709031"/>
                <a:gd name="csX6" fmla="*/ 688734 w 2751731"/>
                <a:gd name="csY6" fmla="*/ 1706637 h 1709031"/>
                <a:gd name="csX0" fmla="*/ 688734 w 2757649"/>
                <a:gd name="csY0" fmla="*/ 1706637 h 1711990"/>
                <a:gd name="csX1" fmla="*/ 0 w 2757649"/>
                <a:gd name="csY1" fmla="*/ 1707645 h 1711990"/>
                <a:gd name="csX2" fmla="*/ 1442367 w 2757649"/>
                <a:gd name="csY2" fmla="*/ 0 h 1711990"/>
                <a:gd name="csX3" fmla="*/ 2757649 w 2757649"/>
                <a:gd name="csY3" fmla="*/ 1711990 h 1711990"/>
                <a:gd name="csX4" fmla="*/ 2069761 w 2757649"/>
                <a:gd name="csY4" fmla="*/ 1709025 h 1711990"/>
                <a:gd name="csX5" fmla="*/ 1409938 w 2757649"/>
                <a:gd name="csY5" fmla="*/ 850822 h 1711990"/>
                <a:gd name="csX6" fmla="*/ 688734 w 2757649"/>
                <a:gd name="csY6" fmla="*/ 1706637 h 1711990"/>
                <a:gd name="csX0" fmla="*/ 688734 w 2757649"/>
                <a:gd name="csY0" fmla="*/ 1696477 h 1701830"/>
                <a:gd name="csX1" fmla="*/ 0 w 2757649"/>
                <a:gd name="csY1" fmla="*/ 1697485 h 1701830"/>
                <a:gd name="csX2" fmla="*/ 1442367 w 2757649"/>
                <a:gd name="csY2" fmla="*/ 0 h 1701830"/>
                <a:gd name="csX3" fmla="*/ 2757649 w 2757649"/>
                <a:gd name="csY3" fmla="*/ 1701830 h 1701830"/>
                <a:gd name="csX4" fmla="*/ 2069761 w 2757649"/>
                <a:gd name="csY4" fmla="*/ 1698865 h 1701830"/>
                <a:gd name="csX5" fmla="*/ 1409938 w 2757649"/>
                <a:gd name="csY5" fmla="*/ 840662 h 1701830"/>
                <a:gd name="csX6" fmla="*/ 688734 w 2757649"/>
                <a:gd name="csY6" fmla="*/ 1696477 h 1701830"/>
                <a:gd name="csX0" fmla="*/ 688734 w 2752569"/>
                <a:gd name="csY0" fmla="*/ 1696477 h 1699290"/>
                <a:gd name="csX1" fmla="*/ 0 w 2752569"/>
                <a:gd name="csY1" fmla="*/ 1697485 h 1699290"/>
                <a:gd name="csX2" fmla="*/ 1442367 w 2752569"/>
                <a:gd name="csY2" fmla="*/ 0 h 1699290"/>
                <a:gd name="csX3" fmla="*/ 2752569 w 2752569"/>
                <a:gd name="csY3" fmla="*/ 1699290 h 1699290"/>
                <a:gd name="csX4" fmla="*/ 2069761 w 2752569"/>
                <a:gd name="csY4" fmla="*/ 1698865 h 1699290"/>
                <a:gd name="csX5" fmla="*/ 1409938 w 2752569"/>
                <a:gd name="csY5" fmla="*/ 840662 h 1699290"/>
                <a:gd name="csX6" fmla="*/ 688734 w 2752569"/>
                <a:gd name="csY6" fmla="*/ 1696477 h 1699290"/>
                <a:gd name="csX0" fmla="*/ 1026485 w 3090320"/>
                <a:gd name="csY0" fmla="*/ 1696477 h 2105258"/>
                <a:gd name="csX1" fmla="*/ 0 w 3090320"/>
                <a:gd name="csY1" fmla="*/ 2105258 h 2105258"/>
                <a:gd name="csX2" fmla="*/ 1780118 w 3090320"/>
                <a:gd name="csY2" fmla="*/ 0 h 2105258"/>
                <a:gd name="csX3" fmla="*/ 3090320 w 3090320"/>
                <a:gd name="csY3" fmla="*/ 1699290 h 2105258"/>
                <a:gd name="csX4" fmla="*/ 2407512 w 3090320"/>
                <a:gd name="csY4" fmla="*/ 1698865 h 2105258"/>
                <a:gd name="csX5" fmla="*/ 1747689 w 3090320"/>
                <a:gd name="csY5" fmla="*/ 840662 h 2105258"/>
                <a:gd name="csX6" fmla="*/ 1026485 w 3090320"/>
                <a:gd name="csY6" fmla="*/ 1696477 h 2105258"/>
                <a:gd name="csX0" fmla="*/ 680496 w 3090320"/>
                <a:gd name="csY0" fmla="*/ 2100131 h 2105258"/>
                <a:gd name="csX1" fmla="*/ 0 w 3090320"/>
                <a:gd name="csY1" fmla="*/ 2105258 h 2105258"/>
                <a:gd name="csX2" fmla="*/ 1780118 w 3090320"/>
                <a:gd name="csY2" fmla="*/ 0 h 2105258"/>
                <a:gd name="csX3" fmla="*/ 3090320 w 3090320"/>
                <a:gd name="csY3" fmla="*/ 1699290 h 2105258"/>
                <a:gd name="csX4" fmla="*/ 2407512 w 3090320"/>
                <a:gd name="csY4" fmla="*/ 1698865 h 2105258"/>
                <a:gd name="csX5" fmla="*/ 1747689 w 3090320"/>
                <a:gd name="csY5" fmla="*/ 840662 h 2105258"/>
                <a:gd name="csX6" fmla="*/ 680496 w 3090320"/>
                <a:gd name="csY6" fmla="*/ 2100131 h 2105258"/>
                <a:gd name="csX0" fmla="*/ 680496 w 3090320"/>
                <a:gd name="csY0" fmla="*/ 2100131 h 2105258"/>
                <a:gd name="csX1" fmla="*/ 0 w 3090320"/>
                <a:gd name="csY1" fmla="*/ 2105258 h 2105258"/>
                <a:gd name="csX2" fmla="*/ 1780118 w 3090320"/>
                <a:gd name="csY2" fmla="*/ 0 h 2105258"/>
                <a:gd name="csX3" fmla="*/ 3090320 w 3090320"/>
                <a:gd name="csY3" fmla="*/ 1699290 h 2105258"/>
                <a:gd name="csX4" fmla="*/ 2720549 w 3090320"/>
                <a:gd name="csY4" fmla="*/ 2098400 h 2105258"/>
                <a:gd name="csX5" fmla="*/ 1747689 w 3090320"/>
                <a:gd name="csY5" fmla="*/ 840662 h 2105258"/>
                <a:gd name="csX6" fmla="*/ 680496 w 3090320"/>
                <a:gd name="csY6" fmla="*/ 2100131 h 2105258"/>
                <a:gd name="csX0" fmla="*/ 680496 w 3403358"/>
                <a:gd name="csY0" fmla="*/ 2100131 h 2105258"/>
                <a:gd name="csX1" fmla="*/ 0 w 3403358"/>
                <a:gd name="csY1" fmla="*/ 2105258 h 2105258"/>
                <a:gd name="csX2" fmla="*/ 1780118 w 3403358"/>
                <a:gd name="csY2" fmla="*/ 0 h 2105258"/>
                <a:gd name="csX3" fmla="*/ 3403358 w 3403358"/>
                <a:gd name="csY3" fmla="*/ 2098825 h 2105258"/>
                <a:gd name="csX4" fmla="*/ 2720549 w 3403358"/>
                <a:gd name="csY4" fmla="*/ 2098400 h 2105258"/>
                <a:gd name="csX5" fmla="*/ 1747689 w 3403358"/>
                <a:gd name="csY5" fmla="*/ 840662 h 2105258"/>
                <a:gd name="csX6" fmla="*/ 680496 w 3403358"/>
                <a:gd name="csY6" fmla="*/ 2100131 h 2105258"/>
                <a:gd name="csX0" fmla="*/ 680496 w 3403358"/>
                <a:gd name="csY0" fmla="*/ 2100131 h 2105258"/>
                <a:gd name="csX1" fmla="*/ 0 w 3403358"/>
                <a:gd name="csY1" fmla="*/ 2105258 h 2105258"/>
                <a:gd name="csX2" fmla="*/ 1780118 w 3403358"/>
                <a:gd name="csY2" fmla="*/ 0 h 2105258"/>
                <a:gd name="csX3" fmla="*/ 3403358 w 3403358"/>
                <a:gd name="csY3" fmla="*/ 2098825 h 2105258"/>
                <a:gd name="csX4" fmla="*/ 2713292 w 3403358"/>
                <a:gd name="csY4" fmla="*/ 2093562 h 2105258"/>
                <a:gd name="csX5" fmla="*/ 1747689 w 3403358"/>
                <a:gd name="csY5" fmla="*/ 840662 h 2105258"/>
                <a:gd name="csX6" fmla="*/ 680496 w 3403358"/>
                <a:gd name="csY6" fmla="*/ 2100131 h 2105258"/>
                <a:gd name="csX0" fmla="*/ 680496 w 3403358"/>
                <a:gd name="csY0" fmla="*/ 2100131 h 2105258"/>
                <a:gd name="csX1" fmla="*/ 0 w 3403358"/>
                <a:gd name="csY1" fmla="*/ 2105258 h 2105258"/>
                <a:gd name="csX2" fmla="*/ 1780118 w 3403358"/>
                <a:gd name="csY2" fmla="*/ 0 h 2105258"/>
                <a:gd name="csX3" fmla="*/ 3403358 w 3403358"/>
                <a:gd name="csY3" fmla="*/ 2098825 h 2105258"/>
                <a:gd name="csX4" fmla="*/ 2715711 w 3403358"/>
                <a:gd name="csY4" fmla="*/ 2095981 h 2105258"/>
                <a:gd name="csX5" fmla="*/ 1747689 w 3403358"/>
                <a:gd name="csY5" fmla="*/ 840662 h 2105258"/>
                <a:gd name="csX6" fmla="*/ 680496 w 3403358"/>
                <a:gd name="csY6" fmla="*/ 2100131 h 2105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403358" h="2105258">
                  <a:moveTo>
                    <a:pt x="680496" y="2100131"/>
                  </a:moveTo>
                  <a:lnTo>
                    <a:pt x="0" y="2105258"/>
                  </a:lnTo>
                  <a:lnTo>
                    <a:pt x="1780118" y="0"/>
                  </a:lnTo>
                  <a:lnTo>
                    <a:pt x="3403358" y="2098825"/>
                  </a:lnTo>
                  <a:lnTo>
                    <a:pt x="2715711" y="2095981"/>
                  </a:lnTo>
                  <a:lnTo>
                    <a:pt x="1747689" y="840662"/>
                  </a:lnTo>
                  <a:lnTo>
                    <a:pt x="680496" y="2100131"/>
                  </a:lnTo>
                  <a:close/>
                </a:path>
              </a:pathLst>
            </a:custGeom>
            <a:gradFill flip="none" rotWithShape="1">
              <a:gsLst>
                <a:gs pos="65000">
                  <a:schemeClr val="accent6">
                    <a:lumMod val="60000"/>
                    <a:lumOff val="40000"/>
                  </a:schemeClr>
                </a:gs>
                <a:gs pos="90000">
                  <a:schemeClr val="accent6">
                    <a:lumMod val="20000"/>
                    <a:lumOff val="80000"/>
                  </a:schemeClr>
                </a:gs>
                <a:gs pos="25000">
                  <a:schemeClr val="accent6">
                    <a:lumMod val="50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29035B0-EB5D-1F97-CE7B-BDE4F7DF6098}"/>
              </a:ext>
            </a:extLst>
          </p:cNvPr>
          <p:cNvSpPr txBox="1"/>
          <p:nvPr/>
        </p:nvSpPr>
        <p:spPr>
          <a:xfrm>
            <a:off x="116959" y="170122"/>
            <a:ext cx="11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Logo Only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0EB98-1455-E638-B42E-8C525762AC6E}"/>
              </a:ext>
            </a:extLst>
          </p:cNvPr>
          <p:cNvSpPr txBox="1"/>
          <p:nvPr/>
        </p:nvSpPr>
        <p:spPr>
          <a:xfrm>
            <a:off x="1602774" y="5260369"/>
            <a:ext cx="157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Shape Format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424528-618F-8123-0DF3-862EF93F69A7}"/>
              </a:ext>
            </a:extLst>
          </p:cNvPr>
          <p:cNvSpPr txBox="1"/>
          <p:nvPr/>
        </p:nvSpPr>
        <p:spPr>
          <a:xfrm>
            <a:off x="8226192" y="5260369"/>
            <a:ext cx="2759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Picture White Background</a:t>
            </a:r>
          </a:p>
          <a:p>
            <a:pPr algn="ctr"/>
            <a:r>
              <a:rPr lang="en-US" dirty="0"/>
              <a:t>Format</a:t>
            </a:r>
            <a:endParaRPr lang="en-AU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9DF663-2D95-E86D-012C-4FB26FE49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807" y="1651201"/>
            <a:ext cx="5334744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1C9ABDE-3D44-2D7C-84C1-56E56A172000}"/>
              </a:ext>
            </a:extLst>
          </p:cNvPr>
          <p:cNvGrpSpPr/>
          <p:nvPr/>
        </p:nvGrpSpPr>
        <p:grpSpPr>
          <a:xfrm>
            <a:off x="1531257" y="541910"/>
            <a:ext cx="8845332" cy="3162138"/>
            <a:chOff x="1531257" y="541910"/>
            <a:chExt cx="8845332" cy="3162138"/>
          </a:xfrm>
        </p:grpSpPr>
        <p:sp>
          <p:nvSpPr>
            <p:cNvPr id="14" name="Freeform 1">
              <a:extLst>
                <a:ext uri="{FF2B5EF4-FFF2-40B4-BE49-F238E27FC236}">
                  <a16:creationId xmlns:a16="http://schemas.microsoft.com/office/drawing/2014/main" id="{48503B2A-297E-5A60-075B-89CE42E126B5}"/>
                </a:ext>
              </a:extLst>
            </p:cNvPr>
            <p:cNvSpPr/>
            <p:nvPr/>
          </p:nvSpPr>
          <p:spPr>
            <a:xfrm>
              <a:off x="1531257" y="692981"/>
              <a:ext cx="3505531" cy="3011067"/>
            </a:xfrm>
            <a:custGeom>
              <a:avLst/>
              <a:gdLst>
                <a:gd name="csX0" fmla="*/ 148307 w 3235277"/>
                <a:gd name="csY0" fmla="*/ 2283537 h 2339635"/>
                <a:gd name="csX1" fmla="*/ 0 w 3235277"/>
                <a:gd name="csY1" fmla="*/ 2275661 h 2339635"/>
                <a:gd name="csX2" fmla="*/ 2476723 w 3235277"/>
                <a:gd name="csY2" fmla="*/ 0 h 2339635"/>
                <a:gd name="csX3" fmla="*/ 3235277 w 3235277"/>
                <a:gd name="csY3" fmla="*/ 923059 h 2339635"/>
                <a:gd name="csX4" fmla="*/ 3235277 w 3235277"/>
                <a:gd name="csY4" fmla="*/ 1014451 h 2339635"/>
                <a:gd name="csX5" fmla="*/ 2915405 w 3235277"/>
                <a:gd name="csY5" fmla="*/ 1334323 h 2339635"/>
                <a:gd name="csX6" fmla="*/ 2449306 w 3235277"/>
                <a:gd name="csY6" fmla="*/ 886502 h 2339635"/>
                <a:gd name="csX7" fmla="*/ 2403610 w 3235277"/>
                <a:gd name="csY7" fmla="*/ 1919232 h 2339635"/>
                <a:gd name="csX8" fmla="*/ 1855257 w 3235277"/>
                <a:gd name="csY8" fmla="*/ 1316045 h 2339635"/>
                <a:gd name="csX9" fmla="*/ 776832 w 3235277"/>
                <a:gd name="csY9" fmla="*/ 2303078 h 2339635"/>
                <a:gd name="csX10" fmla="*/ 137088 w 3235277"/>
                <a:gd name="csY10" fmla="*/ 2339635 h 2339635"/>
                <a:gd name="csX11" fmla="*/ 148307 w 3235277"/>
                <a:gd name="csY11" fmla="*/ 2283537 h 2339635"/>
                <a:gd name="csX0" fmla="*/ 148307 w 3235277"/>
                <a:gd name="csY0" fmla="*/ 2283537 h 2303078"/>
                <a:gd name="csX1" fmla="*/ 0 w 3235277"/>
                <a:gd name="csY1" fmla="*/ 2275661 h 2303078"/>
                <a:gd name="csX2" fmla="*/ 2476723 w 3235277"/>
                <a:gd name="csY2" fmla="*/ 0 h 2303078"/>
                <a:gd name="csX3" fmla="*/ 3235277 w 3235277"/>
                <a:gd name="csY3" fmla="*/ 923059 h 2303078"/>
                <a:gd name="csX4" fmla="*/ 3235277 w 3235277"/>
                <a:gd name="csY4" fmla="*/ 1014451 h 2303078"/>
                <a:gd name="csX5" fmla="*/ 2915405 w 3235277"/>
                <a:gd name="csY5" fmla="*/ 1334323 h 2303078"/>
                <a:gd name="csX6" fmla="*/ 2449306 w 3235277"/>
                <a:gd name="csY6" fmla="*/ 886502 h 2303078"/>
                <a:gd name="csX7" fmla="*/ 2403610 w 3235277"/>
                <a:gd name="csY7" fmla="*/ 1919232 h 2303078"/>
                <a:gd name="csX8" fmla="*/ 1855257 w 3235277"/>
                <a:gd name="csY8" fmla="*/ 1316045 h 2303078"/>
                <a:gd name="csX9" fmla="*/ 776832 w 3235277"/>
                <a:gd name="csY9" fmla="*/ 2303078 h 2303078"/>
                <a:gd name="csX10" fmla="*/ 789095 w 3235277"/>
                <a:gd name="csY10" fmla="*/ 2272049 h 2303078"/>
                <a:gd name="csX11" fmla="*/ 148307 w 3235277"/>
                <a:gd name="csY11" fmla="*/ 2283537 h 2303078"/>
                <a:gd name="csX0" fmla="*/ 199991 w 3235277"/>
                <a:gd name="csY0" fmla="*/ 2279562 h 2303078"/>
                <a:gd name="csX1" fmla="*/ 0 w 3235277"/>
                <a:gd name="csY1" fmla="*/ 2275661 h 2303078"/>
                <a:gd name="csX2" fmla="*/ 2476723 w 3235277"/>
                <a:gd name="csY2" fmla="*/ 0 h 2303078"/>
                <a:gd name="csX3" fmla="*/ 3235277 w 3235277"/>
                <a:gd name="csY3" fmla="*/ 923059 h 2303078"/>
                <a:gd name="csX4" fmla="*/ 3235277 w 3235277"/>
                <a:gd name="csY4" fmla="*/ 1014451 h 2303078"/>
                <a:gd name="csX5" fmla="*/ 2915405 w 3235277"/>
                <a:gd name="csY5" fmla="*/ 1334323 h 2303078"/>
                <a:gd name="csX6" fmla="*/ 2449306 w 3235277"/>
                <a:gd name="csY6" fmla="*/ 886502 h 2303078"/>
                <a:gd name="csX7" fmla="*/ 2403610 w 3235277"/>
                <a:gd name="csY7" fmla="*/ 1919232 h 2303078"/>
                <a:gd name="csX8" fmla="*/ 1855257 w 3235277"/>
                <a:gd name="csY8" fmla="*/ 1316045 h 2303078"/>
                <a:gd name="csX9" fmla="*/ 776832 w 3235277"/>
                <a:gd name="csY9" fmla="*/ 2303078 h 2303078"/>
                <a:gd name="csX10" fmla="*/ 789095 w 3235277"/>
                <a:gd name="csY10" fmla="*/ 2272049 h 2303078"/>
                <a:gd name="csX11" fmla="*/ 199991 w 3235277"/>
                <a:gd name="csY11" fmla="*/ 2279562 h 2303078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35277 w 3235277"/>
                <a:gd name="csY4" fmla="*/ 1014451 h 2279562"/>
                <a:gd name="csX5" fmla="*/ 2915405 w 3235277"/>
                <a:gd name="csY5" fmla="*/ 1334323 h 2279562"/>
                <a:gd name="csX6" fmla="*/ 2449306 w 3235277"/>
                <a:gd name="csY6" fmla="*/ 886502 h 2279562"/>
                <a:gd name="csX7" fmla="*/ 2403610 w 3235277"/>
                <a:gd name="csY7" fmla="*/ 1919232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79009"/>
                <a:gd name="csY0" fmla="*/ 2279562 h 2279562"/>
                <a:gd name="csX1" fmla="*/ 0 w 3279009"/>
                <a:gd name="csY1" fmla="*/ 2275661 h 2279562"/>
                <a:gd name="csX2" fmla="*/ 2476723 w 3279009"/>
                <a:gd name="csY2" fmla="*/ 0 h 2279562"/>
                <a:gd name="csX3" fmla="*/ 3235277 w 3279009"/>
                <a:gd name="csY3" fmla="*/ 923059 h 2279562"/>
                <a:gd name="csX4" fmla="*/ 3279009 w 3279009"/>
                <a:gd name="csY4" fmla="*/ 970719 h 2279562"/>
                <a:gd name="csX5" fmla="*/ 2915405 w 3279009"/>
                <a:gd name="csY5" fmla="*/ 1334323 h 2279562"/>
                <a:gd name="csX6" fmla="*/ 2449306 w 3279009"/>
                <a:gd name="csY6" fmla="*/ 886502 h 2279562"/>
                <a:gd name="csX7" fmla="*/ 2403610 w 3279009"/>
                <a:gd name="csY7" fmla="*/ 1919232 h 2279562"/>
                <a:gd name="csX8" fmla="*/ 1855257 w 3279009"/>
                <a:gd name="csY8" fmla="*/ 1316045 h 2279562"/>
                <a:gd name="csX9" fmla="*/ 995493 w 3279009"/>
                <a:gd name="csY9" fmla="*/ 2112246 h 2279562"/>
                <a:gd name="csX10" fmla="*/ 789095 w 3279009"/>
                <a:gd name="csY10" fmla="*/ 2272049 h 2279562"/>
                <a:gd name="csX11" fmla="*/ 199991 w 3279009"/>
                <a:gd name="csY11" fmla="*/ 2279562 h 2279562"/>
                <a:gd name="csX0" fmla="*/ 199991 w 3279009"/>
                <a:gd name="csY0" fmla="*/ 2279562 h 2279562"/>
                <a:gd name="csX1" fmla="*/ 0 w 3279009"/>
                <a:gd name="csY1" fmla="*/ 2275661 h 2279562"/>
                <a:gd name="csX2" fmla="*/ 2476723 w 3279009"/>
                <a:gd name="csY2" fmla="*/ 0 h 2279562"/>
                <a:gd name="csX3" fmla="*/ 3235277 w 3279009"/>
                <a:gd name="csY3" fmla="*/ 923059 h 2279562"/>
                <a:gd name="csX4" fmla="*/ 3279009 w 3279009"/>
                <a:gd name="csY4" fmla="*/ 970719 h 2279562"/>
                <a:gd name="csX5" fmla="*/ 2895527 w 3279009"/>
                <a:gd name="csY5" fmla="*/ 1302518 h 2279562"/>
                <a:gd name="csX6" fmla="*/ 2449306 w 3279009"/>
                <a:gd name="csY6" fmla="*/ 886502 h 2279562"/>
                <a:gd name="csX7" fmla="*/ 2403610 w 3279009"/>
                <a:gd name="csY7" fmla="*/ 1919232 h 2279562"/>
                <a:gd name="csX8" fmla="*/ 1855257 w 3279009"/>
                <a:gd name="csY8" fmla="*/ 1316045 h 2279562"/>
                <a:gd name="csX9" fmla="*/ 995493 w 3279009"/>
                <a:gd name="csY9" fmla="*/ 2112246 h 2279562"/>
                <a:gd name="csX10" fmla="*/ 789095 w 3279009"/>
                <a:gd name="csY10" fmla="*/ 2272049 h 2279562"/>
                <a:gd name="csX11" fmla="*/ 199991 w 3279009"/>
                <a:gd name="csY11" fmla="*/ 2279562 h 2279562"/>
                <a:gd name="csX0" fmla="*/ 199991 w 3279009"/>
                <a:gd name="csY0" fmla="*/ 2279562 h 2279562"/>
                <a:gd name="csX1" fmla="*/ 0 w 3279009"/>
                <a:gd name="csY1" fmla="*/ 2275661 h 2279562"/>
                <a:gd name="csX2" fmla="*/ 2476723 w 3279009"/>
                <a:gd name="csY2" fmla="*/ 0 h 2279562"/>
                <a:gd name="csX3" fmla="*/ 3235277 w 3279009"/>
                <a:gd name="csY3" fmla="*/ 923059 h 2279562"/>
                <a:gd name="csX4" fmla="*/ 3279009 w 3279009"/>
                <a:gd name="csY4" fmla="*/ 970719 h 2279562"/>
                <a:gd name="csX5" fmla="*/ 2867698 w 3279009"/>
                <a:gd name="csY5" fmla="*/ 1282639 h 2279562"/>
                <a:gd name="csX6" fmla="*/ 2449306 w 3279009"/>
                <a:gd name="csY6" fmla="*/ 886502 h 2279562"/>
                <a:gd name="csX7" fmla="*/ 2403610 w 3279009"/>
                <a:gd name="csY7" fmla="*/ 1919232 h 2279562"/>
                <a:gd name="csX8" fmla="*/ 1855257 w 3279009"/>
                <a:gd name="csY8" fmla="*/ 1316045 h 2279562"/>
                <a:gd name="csX9" fmla="*/ 995493 w 3279009"/>
                <a:gd name="csY9" fmla="*/ 2112246 h 2279562"/>
                <a:gd name="csX10" fmla="*/ 789095 w 3279009"/>
                <a:gd name="csY10" fmla="*/ 2272049 h 2279562"/>
                <a:gd name="csX11" fmla="*/ 199991 w 3279009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27326 w 3235277"/>
                <a:gd name="csY4" fmla="*/ 926986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403610 w 3235277"/>
                <a:gd name="csY7" fmla="*/ 1919232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27326 w 3235277"/>
                <a:gd name="csY4" fmla="*/ 926986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363853 w 3235277"/>
                <a:gd name="csY7" fmla="*/ 1863573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27326 w 3235277"/>
                <a:gd name="csY4" fmla="*/ 926986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359877 w 3235277"/>
                <a:gd name="csY7" fmla="*/ 1839719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184960 w 3235277"/>
                <a:gd name="csY4" fmla="*/ 881089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359877 w 3235277"/>
                <a:gd name="csY7" fmla="*/ 1839719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184960"/>
                <a:gd name="csY0" fmla="*/ 2279562 h 2279562"/>
                <a:gd name="csX1" fmla="*/ 0 w 3184960"/>
                <a:gd name="csY1" fmla="*/ 2275661 h 2279562"/>
                <a:gd name="csX2" fmla="*/ 2476723 w 3184960"/>
                <a:gd name="csY2" fmla="*/ 0 h 2279562"/>
                <a:gd name="csX3" fmla="*/ 3175259 w 3184960"/>
                <a:gd name="csY3" fmla="*/ 859510 h 2279562"/>
                <a:gd name="csX4" fmla="*/ 3184960 w 3184960"/>
                <a:gd name="csY4" fmla="*/ 881089 h 2279562"/>
                <a:gd name="csX5" fmla="*/ 2867698 w 3184960"/>
                <a:gd name="csY5" fmla="*/ 1282639 h 2279562"/>
                <a:gd name="csX6" fmla="*/ 2449306 w 3184960"/>
                <a:gd name="csY6" fmla="*/ 886502 h 2279562"/>
                <a:gd name="csX7" fmla="*/ 2359877 w 3184960"/>
                <a:gd name="csY7" fmla="*/ 1839719 h 2279562"/>
                <a:gd name="csX8" fmla="*/ 1855257 w 3184960"/>
                <a:gd name="csY8" fmla="*/ 1316045 h 2279562"/>
                <a:gd name="csX9" fmla="*/ 995493 w 3184960"/>
                <a:gd name="csY9" fmla="*/ 2112246 h 2279562"/>
                <a:gd name="csX10" fmla="*/ 789095 w 3184960"/>
                <a:gd name="csY10" fmla="*/ 2272049 h 2279562"/>
                <a:gd name="csX11" fmla="*/ 199991 w 3184960"/>
                <a:gd name="csY11" fmla="*/ 2279562 h 2279562"/>
                <a:gd name="csX0" fmla="*/ 199991 w 3184960"/>
                <a:gd name="csY0" fmla="*/ 2279562 h 2279562"/>
                <a:gd name="csX1" fmla="*/ 0 w 3184960"/>
                <a:gd name="csY1" fmla="*/ 2275661 h 2279562"/>
                <a:gd name="csX2" fmla="*/ 2476723 w 3184960"/>
                <a:gd name="csY2" fmla="*/ 0 h 2279562"/>
                <a:gd name="csX3" fmla="*/ 3175259 w 3184960"/>
                <a:gd name="csY3" fmla="*/ 859510 h 2279562"/>
                <a:gd name="csX4" fmla="*/ 3184960 w 3184960"/>
                <a:gd name="csY4" fmla="*/ 881089 h 2279562"/>
                <a:gd name="csX5" fmla="*/ 2857106 w 3184960"/>
                <a:gd name="csY5" fmla="*/ 1275578 h 2279562"/>
                <a:gd name="csX6" fmla="*/ 2449306 w 3184960"/>
                <a:gd name="csY6" fmla="*/ 886502 h 2279562"/>
                <a:gd name="csX7" fmla="*/ 2359877 w 3184960"/>
                <a:gd name="csY7" fmla="*/ 1839719 h 2279562"/>
                <a:gd name="csX8" fmla="*/ 1855257 w 3184960"/>
                <a:gd name="csY8" fmla="*/ 1316045 h 2279562"/>
                <a:gd name="csX9" fmla="*/ 995493 w 3184960"/>
                <a:gd name="csY9" fmla="*/ 2112246 h 2279562"/>
                <a:gd name="csX10" fmla="*/ 789095 w 3184960"/>
                <a:gd name="csY10" fmla="*/ 2272049 h 2279562"/>
                <a:gd name="csX11" fmla="*/ 199991 w 3184960"/>
                <a:gd name="csY11" fmla="*/ 2279562 h 2279562"/>
                <a:gd name="csX0" fmla="*/ 199991 w 3207034"/>
                <a:gd name="csY0" fmla="*/ 2279562 h 2279562"/>
                <a:gd name="csX1" fmla="*/ 0 w 3207034"/>
                <a:gd name="csY1" fmla="*/ 2275661 h 2279562"/>
                <a:gd name="csX2" fmla="*/ 2476723 w 3207034"/>
                <a:gd name="csY2" fmla="*/ 0 h 2279562"/>
                <a:gd name="csX3" fmla="*/ 3207034 w 3207034"/>
                <a:gd name="csY3" fmla="*/ 859510 h 2279562"/>
                <a:gd name="csX4" fmla="*/ 3184960 w 3207034"/>
                <a:gd name="csY4" fmla="*/ 881089 h 2279562"/>
                <a:gd name="csX5" fmla="*/ 2857106 w 3207034"/>
                <a:gd name="csY5" fmla="*/ 1275578 h 2279562"/>
                <a:gd name="csX6" fmla="*/ 2449306 w 3207034"/>
                <a:gd name="csY6" fmla="*/ 886502 h 2279562"/>
                <a:gd name="csX7" fmla="*/ 2359877 w 3207034"/>
                <a:gd name="csY7" fmla="*/ 1839719 h 2279562"/>
                <a:gd name="csX8" fmla="*/ 1855257 w 3207034"/>
                <a:gd name="csY8" fmla="*/ 1316045 h 2279562"/>
                <a:gd name="csX9" fmla="*/ 995493 w 3207034"/>
                <a:gd name="csY9" fmla="*/ 2112246 h 2279562"/>
                <a:gd name="csX10" fmla="*/ 789095 w 3207034"/>
                <a:gd name="csY10" fmla="*/ 2272049 h 2279562"/>
                <a:gd name="csX11" fmla="*/ 199991 w 3207034"/>
                <a:gd name="csY11" fmla="*/ 2279562 h 2279562"/>
                <a:gd name="csX0" fmla="*/ 199991 w 3207034"/>
                <a:gd name="csY0" fmla="*/ 2279562 h 2279562"/>
                <a:gd name="csX1" fmla="*/ 0 w 3207034"/>
                <a:gd name="csY1" fmla="*/ 2275661 h 2279562"/>
                <a:gd name="csX2" fmla="*/ 2476723 w 3207034"/>
                <a:gd name="csY2" fmla="*/ 0 h 2279562"/>
                <a:gd name="csX3" fmla="*/ 3207034 w 3207034"/>
                <a:gd name="csY3" fmla="*/ 859510 h 2279562"/>
                <a:gd name="csX4" fmla="*/ 3206143 w 3207034"/>
                <a:gd name="csY4" fmla="*/ 866967 h 2279562"/>
                <a:gd name="csX5" fmla="*/ 2857106 w 3207034"/>
                <a:gd name="csY5" fmla="*/ 1275578 h 2279562"/>
                <a:gd name="csX6" fmla="*/ 2449306 w 3207034"/>
                <a:gd name="csY6" fmla="*/ 886502 h 2279562"/>
                <a:gd name="csX7" fmla="*/ 2359877 w 3207034"/>
                <a:gd name="csY7" fmla="*/ 1839719 h 2279562"/>
                <a:gd name="csX8" fmla="*/ 1855257 w 3207034"/>
                <a:gd name="csY8" fmla="*/ 1316045 h 2279562"/>
                <a:gd name="csX9" fmla="*/ 995493 w 3207034"/>
                <a:gd name="csY9" fmla="*/ 2112246 h 2279562"/>
                <a:gd name="csX10" fmla="*/ 789095 w 3207034"/>
                <a:gd name="csY10" fmla="*/ 2272049 h 2279562"/>
                <a:gd name="csX11" fmla="*/ 199991 w 3207034"/>
                <a:gd name="csY11" fmla="*/ 2279562 h 2279562"/>
                <a:gd name="csX0" fmla="*/ 199991 w 3207034"/>
                <a:gd name="csY0" fmla="*/ 2279562 h 2279562"/>
                <a:gd name="csX1" fmla="*/ 0 w 3207034"/>
                <a:gd name="csY1" fmla="*/ 2275661 h 2279562"/>
                <a:gd name="csX2" fmla="*/ 2476723 w 3207034"/>
                <a:gd name="csY2" fmla="*/ 0 h 2279562"/>
                <a:gd name="csX3" fmla="*/ 3207034 w 3207034"/>
                <a:gd name="csY3" fmla="*/ 859510 h 2279562"/>
                <a:gd name="csX4" fmla="*/ 3146124 w 3207034"/>
                <a:gd name="csY4" fmla="*/ 923455 h 2279562"/>
                <a:gd name="csX5" fmla="*/ 2857106 w 3207034"/>
                <a:gd name="csY5" fmla="*/ 1275578 h 2279562"/>
                <a:gd name="csX6" fmla="*/ 2449306 w 3207034"/>
                <a:gd name="csY6" fmla="*/ 886502 h 2279562"/>
                <a:gd name="csX7" fmla="*/ 2359877 w 3207034"/>
                <a:gd name="csY7" fmla="*/ 1839719 h 2279562"/>
                <a:gd name="csX8" fmla="*/ 1855257 w 3207034"/>
                <a:gd name="csY8" fmla="*/ 1316045 h 2279562"/>
                <a:gd name="csX9" fmla="*/ 995493 w 3207034"/>
                <a:gd name="csY9" fmla="*/ 2112246 h 2279562"/>
                <a:gd name="csX10" fmla="*/ 789095 w 3207034"/>
                <a:gd name="csY10" fmla="*/ 2272049 h 2279562"/>
                <a:gd name="csX11" fmla="*/ 199991 w 3207034"/>
                <a:gd name="csY11" fmla="*/ 2279562 h 2279562"/>
                <a:gd name="csX0" fmla="*/ 199991 w 3224686"/>
                <a:gd name="csY0" fmla="*/ 2279562 h 2279562"/>
                <a:gd name="csX1" fmla="*/ 0 w 3224686"/>
                <a:gd name="csY1" fmla="*/ 2275661 h 2279562"/>
                <a:gd name="csX2" fmla="*/ 2476723 w 3224686"/>
                <a:gd name="csY2" fmla="*/ 0 h 2279562"/>
                <a:gd name="csX3" fmla="*/ 3224686 w 3224686"/>
                <a:gd name="csY3" fmla="*/ 841858 h 2279562"/>
                <a:gd name="csX4" fmla="*/ 3146124 w 3224686"/>
                <a:gd name="csY4" fmla="*/ 923455 h 2279562"/>
                <a:gd name="csX5" fmla="*/ 2857106 w 3224686"/>
                <a:gd name="csY5" fmla="*/ 1275578 h 2279562"/>
                <a:gd name="csX6" fmla="*/ 2449306 w 3224686"/>
                <a:gd name="csY6" fmla="*/ 886502 h 2279562"/>
                <a:gd name="csX7" fmla="*/ 2359877 w 3224686"/>
                <a:gd name="csY7" fmla="*/ 1839719 h 2279562"/>
                <a:gd name="csX8" fmla="*/ 1855257 w 3224686"/>
                <a:gd name="csY8" fmla="*/ 1316045 h 2279562"/>
                <a:gd name="csX9" fmla="*/ 995493 w 3224686"/>
                <a:gd name="csY9" fmla="*/ 2112246 h 2279562"/>
                <a:gd name="csX10" fmla="*/ 789095 w 3224686"/>
                <a:gd name="csY10" fmla="*/ 2272049 h 2279562"/>
                <a:gd name="csX11" fmla="*/ 199991 w 3224686"/>
                <a:gd name="csY11" fmla="*/ 2279562 h 2279562"/>
                <a:gd name="csX0" fmla="*/ 199991 w 3181349"/>
                <a:gd name="csY0" fmla="*/ 2279562 h 2279562"/>
                <a:gd name="csX1" fmla="*/ 0 w 3181349"/>
                <a:gd name="csY1" fmla="*/ 2275661 h 2279562"/>
                <a:gd name="csX2" fmla="*/ 2476723 w 3181349"/>
                <a:gd name="csY2" fmla="*/ 0 h 2279562"/>
                <a:gd name="csX3" fmla="*/ 3181349 w 3181349"/>
                <a:gd name="csY3" fmla="*/ 911196 h 2279562"/>
                <a:gd name="csX4" fmla="*/ 3146124 w 3181349"/>
                <a:gd name="csY4" fmla="*/ 923455 h 2279562"/>
                <a:gd name="csX5" fmla="*/ 2857106 w 3181349"/>
                <a:gd name="csY5" fmla="*/ 1275578 h 2279562"/>
                <a:gd name="csX6" fmla="*/ 2449306 w 3181349"/>
                <a:gd name="csY6" fmla="*/ 886502 h 2279562"/>
                <a:gd name="csX7" fmla="*/ 2359877 w 3181349"/>
                <a:gd name="csY7" fmla="*/ 1839719 h 2279562"/>
                <a:gd name="csX8" fmla="*/ 1855257 w 3181349"/>
                <a:gd name="csY8" fmla="*/ 1316045 h 2279562"/>
                <a:gd name="csX9" fmla="*/ 995493 w 3181349"/>
                <a:gd name="csY9" fmla="*/ 2112246 h 2279562"/>
                <a:gd name="csX10" fmla="*/ 789095 w 3181349"/>
                <a:gd name="csY10" fmla="*/ 2272049 h 2279562"/>
                <a:gd name="csX11" fmla="*/ 199991 w 3181349"/>
                <a:gd name="csY11" fmla="*/ 2279562 h 2279562"/>
                <a:gd name="csX0" fmla="*/ 199991 w 3164015"/>
                <a:gd name="csY0" fmla="*/ 2279562 h 2279562"/>
                <a:gd name="csX1" fmla="*/ 0 w 3164015"/>
                <a:gd name="csY1" fmla="*/ 2275661 h 2279562"/>
                <a:gd name="csX2" fmla="*/ 2476723 w 3164015"/>
                <a:gd name="csY2" fmla="*/ 0 h 2279562"/>
                <a:gd name="csX3" fmla="*/ 3164015 w 3164015"/>
                <a:gd name="csY3" fmla="*/ 893861 h 2279562"/>
                <a:gd name="csX4" fmla="*/ 3146124 w 3164015"/>
                <a:gd name="csY4" fmla="*/ 923455 h 2279562"/>
                <a:gd name="csX5" fmla="*/ 2857106 w 3164015"/>
                <a:gd name="csY5" fmla="*/ 1275578 h 2279562"/>
                <a:gd name="csX6" fmla="*/ 2449306 w 3164015"/>
                <a:gd name="csY6" fmla="*/ 886502 h 2279562"/>
                <a:gd name="csX7" fmla="*/ 2359877 w 3164015"/>
                <a:gd name="csY7" fmla="*/ 1839719 h 2279562"/>
                <a:gd name="csX8" fmla="*/ 1855257 w 3164015"/>
                <a:gd name="csY8" fmla="*/ 1316045 h 2279562"/>
                <a:gd name="csX9" fmla="*/ 995493 w 3164015"/>
                <a:gd name="csY9" fmla="*/ 2112246 h 2279562"/>
                <a:gd name="csX10" fmla="*/ 789095 w 3164015"/>
                <a:gd name="csY10" fmla="*/ 2272049 h 2279562"/>
                <a:gd name="csX11" fmla="*/ 199991 w 3164015"/>
                <a:gd name="csY11" fmla="*/ 2279562 h 2279562"/>
                <a:gd name="csX0" fmla="*/ 199991 w 3164015"/>
                <a:gd name="csY0" fmla="*/ 2279562 h 2279562"/>
                <a:gd name="csX1" fmla="*/ 0 w 3164015"/>
                <a:gd name="csY1" fmla="*/ 2275661 h 2279562"/>
                <a:gd name="csX2" fmla="*/ 2476723 w 3164015"/>
                <a:gd name="csY2" fmla="*/ 0 h 2279562"/>
                <a:gd name="csX3" fmla="*/ 3164015 w 3164015"/>
                <a:gd name="csY3" fmla="*/ 893861 h 2279562"/>
                <a:gd name="csX4" fmla="*/ 3031123 w 3164015"/>
                <a:gd name="csY4" fmla="*/ 1066505 h 2279562"/>
                <a:gd name="csX5" fmla="*/ 2857106 w 3164015"/>
                <a:gd name="csY5" fmla="*/ 1275578 h 2279562"/>
                <a:gd name="csX6" fmla="*/ 2449306 w 3164015"/>
                <a:gd name="csY6" fmla="*/ 886502 h 2279562"/>
                <a:gd name="csX7" fmla="*/ 2359877 w 3164015"/>
                <a:gd name="csY7" fmla="*/ 1839719 h 2279562"/>
                <a:gd name="csX8" fmla="*/ 1855257 w 3164015"/>
                <a:gd name="csY8" fmla="*/ 1316045 h 2279562"/>
                <a:gd name="csX9" fmla="*/ 995493 w 3164015"/>
                <a:gd name="csY9" fmla="*/ 2112246 h 2279562"/>
                <a:gd name="csX10" fmla="*/ 789095 w 3164015"/>
                <a:gd name="csY10" fmla="*/ 2272049 h 2279562"/>
                <a:gd name="csX11" fmla="*/ 199991 w 3164015"/>
                <a:gd name="csY11" fmla="*/ 2279562 h 2279562"/>
                <a:gd name="csX0" fmla="*/ 199991 w 3121941"/>
                <a:gd name="csY0" fmla="*/ 2279562 h 2279562"/>
                <a:gd name="csX1" fmla="*/ 0 w 3121941"/>
                <a:gd name="csY1" fmla="*/ 2275661 h 2279562"/>
                <a:gd name="csX2" fmla="*/ 2476723 w 3121941"/>
                <a:gd name="csY2" fmla="*/ 0 h 2279562"/>
                <a:gd name="csX3" fmla="*/ 3121941 w 3121941"/>
                <a:gd name="csY3" fmla="*/ 944349 h 2279562"/>
                <a:gd name="csX4" fmla="*/ 3031123 w 3121941"/>
                <a:gd name="csY4" fmla="*/ 1066505 h 2279562"/>
                <a:gd name="csX5" fmla="*/ 2857106 w 3121941"/>
                <a:gd name="csY5" fmla="*/ 1275578 h 2279562"/>
                <a:gd name="csX6" fmla="*/ 2449306 w 3121941"/>
                <a:gd name="csY6" fmla="*/ 886502 h 2279562"/>
                <a:gd name="csX7" fmla="*/ 2359877 w 3121941"/>
                <a:gd name="csY7" fmla="*/ 1839719 h 2279562"/>
                <a:gd name="csX8" fmla="*/ 1855257 w 3121941"/>
                <a:gd name="csY8" fmla="*/ 1316045 h 2279562"/>
                <a:gd name="csX9" fmla="*/ 995493 w 3121941"/>
                <a:gd name="csY9" fmla="*/ 2112246 h 2279562"/>
                <a:gd name="csX10" fmla="*/ 789095 w 3121941"/>
                <a:gd name="csY10" fmla="*/ 2272049 h 2279562"/>
                <a:gd name="csX11" fmla="*/ 199991 w 3121941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31123 w 3155599"/>
                <a:gd name="csY4" fmla="*/ 1066505 h 2279562"/>
                <a:gd name="csX5" fmla="*/ 2857106 w 3155599"/>
                <a:gd name="csY5" fmla="*/ 1275578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33928 w 3155599"/>
                <a:gd name="csY4" fmla="*/ 1055286 h 2279562"/>
                <a:gd name="csX5" fmla="*/ 2857106 w 3155599"/>
                <a:gd name="csY5" fmla="*/ 1275578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33928 w 3155599"/>
                <a:gd name="csY4" fmla="*/ 1055286 h 2279562"/>
                <a:gd name="csX5" fmla="*/ 2775764 w 3155599"/>
                <a:gd name="csY5" fmla="*/ 131484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75764 w 3155599"/>
                <a:gd name="csY5" fmla="*/ 131484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84179 w 3155599"/>
                <a:gd name="csY5" fmla="*/ 132606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84179 w 3155599"/>
                <a:gd name="csY5" fmla="*/ 132606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95609 w 3155599"/>
                <a:gd name="csY5" fmla="*/ 1331781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8423 w 3155599"/>
                <a:gd name="csY4" fmla="*/ 1055391 h 2279562"/>
                <a:gd name="csX5" fmla="*/ 2795609 w 3155599"/>
                <a:gd name="csY5" fmla="*/ 1331781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902381 h 2279562"/>
                <a:gd name="csX4" fmla="*/ 3028423 w 3155599"/>
                <a:gd name="csY4" fmla="*/ 1055391 h 2279562"/>
                <a:gd name="csX5" fmla="*/ 2795609 w 3155599"/>
                <a:gd name="csY5" fmla="*/ 1331781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61314"/>
                <a:gd name="csY0" fmla="*/ 2279562 h 2279562"/>
                <a:gd name="csX1" fmla="*/ 0 w 3161314"/>
                <a:gd name="csY1" fmla="*/ 2275661 h 2279562"/>
                <a:gd name="csX2" fmla="*/ 2476723 w 3161314"/>
                <a:gd name="csY2" fmla="*/ 0 h 2279562"/>
                <a:gd name="csX3" fmla="*/ 3161314 w 3161314"/>
                <a:gd name="csY3" fmla="*/ 908096 h 2279562"/>
                <a:gd name="csX4" fmla="*/ 3028423 w 3161314"/>
                <a:gd name="csY4" fmla="*/ 1055391 h 2279562"/>
                <a:gd name="csX5" fmla="*/ 2795609 w 3161314"/>
                <a:gd name="csY5" fmla="*/ 1331781 h 2279562"/>
                <a:gd name="csX6" fmla="*/ 2449306 w 3161314"/>
                <a:gd name="csY6" fmla="*/ 886502 h 2279562"/>
                <a:gd name="csX7" fmla="*/ 2359877 w 3161314"/>
                <a:gd name="csY7" fmla="*/ 1839719 h 2279562"/>
                <a:gd name="csX8" fmla="*/ 1855257 w 3161314"/>
                <a:gd name="csY8" fmla="*/ 1316045 h 2279562"/>
                <a:gd name="csX9" fmla="*/ 995493 w 3161314"/>
                <a:gd name="csY9" fmla="*/ 2112246 h 2279562"/>
                <a:gd name="csX10" fmla="*/ 789095 w 3161314"/>
                <a:gd name="csY10" fmla="*/ 2272049 h 2279562"/>
                <a:gd name="csX11" fmla="*/ 199991 w 3161314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49306 w 3164226"/>
                <a:gd name="csY6" fmla="*/ 886502 h 2279562"/>
                <a:gd name="csX7" fmla="*/ 2359877 w 3164226"/>
                <a:gd name="csY7" fmla="*/ 1839719 h 2279562"/>
                <a:gd name="csX8" fmla="*/ 1855257 w 3164226"/>
                <a:gd name="csY8" fmla="*/ 1316045 h 2279562"/>
                <a:gd name="csX9" fmla="*/ 995493 w 3164226"/>
                <a:gd name="csY9" fmla="*/ 2112246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49306 w 3164226"/>
                <a:gd name="csY6" fmla="*/ 886502 h 2279562"/>
                <a:gd name="csX7" fmla="*/ 2309077 w 3164226"/>
                <a:gd name="csY7" fmla="*/ 1906394 h 2279562"/>
                <a:gd name="csX8" fmla="*/ 1855257 w 3164226"/>
                <a:gd name="csY8" fmla="*/ 1316045 h 2279562"/>
                <a:gd name="csX9" fmla="*/ 995493 w 3164226"/>
                <a:gd name="csY9" fmla="*/ 2112246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49306 w 3164226"/>
                <a:gd name="csY6" fmla="*/ 886502 h 2279562"/>
                <a:gd name="csX7" fmla="*/ 2309077 w 3164226"/>
                <a:gd name="csY7" fmla="*/ 1906394 h 2279562"/>
                <a:gd name="csX8" fmla="*/ 1855257 w 3164226"/>
                <a:gd name="csY8" fmla="*/ 1316045 h 2279562"/>
                <a:gd name="csX9" fmla="*/ 990050 w 3164226"/>
                <a:gd name="csY9" fmla="*/ 2104082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00321 w 3164226"/>
                <a:gd name="csY6" fmla="*/ 813024 h 2279562"/>
                <a:gd name="csX7" fmla="*/ 2309077 w 3164226"/>
                <a:gd name="csY7" fmla="*/ 1906394 h 2279562"/>
                <a:gd name="csX8" fmla="*/ 1855257 w 3164226"/>
                <a:gd name="csY8" fmla="*/ 1316045 h 2279562"/>
                <a:gd name="csX9" fmla="*/ 990050 w 3164226"/>
                <a:gd name="csY9" fmla="*/ 2104082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400321 w 3164226"/>
                <a:gd name="csY6" fmla="*/ 1141637 h 2608175"/>
                <a:gd name="csX7" fmla="*/ 2309077 w 3164226"/>
                <a:gd name="csY7" fmla="*/ 2235007 h 2608175"/>
                <a:gd name="csX8" fmla="*/ 1855257 w 3164226"/>
                <a:gd name="csY8" fmla="*/ 1644658 h 2608175"/>
                <a:gd name="csX9" fmla="*/ 990050 w 3164226"/>
                <a:gd name="csY9" fmla="*/ 2432695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24109 w 3164226"/>
                <a:gd name="csY6" fmla="*/ 898749 h 2608175"/>
                <a:gd name="csX7" fmla="*/ 2309077 w 3164226"/>
                <a:gd name="csY7" fmla="*/ 2235007 h 2608175"/>
                <a:gd name="csX8" fmla="*/ 1855257 w 3164226"/>
                <a:gd name="csY8" fmla="*/ 1644658 h 2608175"/>
                <a:gd name="csX9" fmla="*/ 990050 w 3164226"/>
                <a:gd name="csY9" fmla="*/ 2432695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24109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97020 h 2608175"/>
                <a:gd name="csX9" fmla="*/ 990050 w 3164226"/>
                <a:gd name="csY9" fmla="*/ 2432695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24109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97020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97020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37556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37556 w 3164226"/>
                <a:gd name="csY8" fmla="*/ 1486135 h 2608175"/>
                <a:gd name="csX9" fmla="*/ 789095 w 3164226"/>
                <a:gd name="csY9" fmla="*/ 2600662 h 2608175"/>
                <a:gd name="csX10" fmla="*/ 199991 w 3164226"/>
                <a:gd name="csY10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2795609 w 3164226"/>
                <a:gd name="csY4" fmla="*/ 1660394 h 2608175"/>
                <a:gd name="csX5" fmla="*/ 2218666 w 3164226"/>
                <a:gd name="csY5" fmla="*/ 898749 h 2608175"/>
                <a:gd name="csX6" fmla="*/ 2309077 w 3164226"/>
                <a:gd name="csY6" fmla="*/ 2235007 h 2608175"/>
                <a:gd name="csX7" fmla="*/ 1737556 w 3164226"/>
                <a:gd name="csY7" fmla="*/ 1486135 h 2608175"/>
                <a:gd name="csX8" fmla="*/ 789095 w 3164226"/>
                <a:gd name="csY8" fmla="*/ 2600662 h 2608175"/>
                <a:gd name="csX9" fmla="*/ 199991 w 3164226"/>
                <a:gd name="csY9" fmla="*/ 2608175 h 2608175"/>
                <a:gd name="csX0" fmla="*/ 789095 w 3164226"/>
                <a:gd name="csY0" fmla="*/ 2600662 h 2604274"/>
                <a:gd name="csX1" fmla="*/ 0 w 3164226"/>
                <a:gd name="csY1" fmla="*/ 2604274 h 2604274"/>
                <a:gd name="csX2" fmla="*/ 2229073 w 3164226"/>
                <a:gd name="csY2" fmla="*/ 0 h 2604274"/>
                <a:gd name="csX3" fmla="*/ 3164226 w 3164226"/>
                <a:gd name="csY3" fmla="*/ 1227973 h 2604274"/>
                <a:gd name="csX4" fmla="*/ 2795609 w 3164226"/>
                <a:gd name="csY4" fmla="*/ 1660394 h 2604274"/>
                <a:gd name="csX5" fmla="*/ 2218666 w 3164226"/>
                <a:gd name="csY5" fmla="*/ 898749 h 2604274"/>
                <a:gd name="csX6" fmla="*/ 2309077 w 3164226"/>
                <a:gd name="csY6" fmla="*/ 2235007 h 2604274"/>
                <a:gd name="csX7" fmla="*/ 1737556 w 3164226"/>
                <a:gd name="csY7" fmla="*/ 1486135 h 2604274"/>
                <a:gd name="csX8" fmla="*/ 789095 w 3164226"/>
                <a:gd name="csY8" fmla="*/ 2600662 h 2604274"/>
                <a:gd name="csX0" fmla="*/ 789095 w 3164226"/>
                <a:gd name="csY0" fmla="*/ 2597940 h 2601552"/>
                <a:gd name="csX1" fmla="*/ 0 w 3164226"/>
                <a:gd name="csY1" fmla="*/ 2601552 h 2601552"/>
                <a:gd name="csX2" fmla="*/ 2218187 w 3164226"/>
                <a:gd name="csY2" fmla="*/ 0 h 2601552"/>
                <a:gd name="csX3" fmla="*/ 3164226 w 3164226"/>
                <a:gd name="csY3" fmla="*/ 1225251 h 2601552"/>
                <a:gd name="csX4" fmla="*/ 2795609 w 3164226"/>
                <a:gd name="csY4" fmla="*/ 1657672 h 2601552"/>
                <a:gd name="csX5" fmla="*/ 2218666 w 3164226"/>
                <a:gd name="csY5" fmla="*/ 896027 h 2601552"/>
                <a:gd name="csX6" fmla="*/ 2309077 w 3164226"/>
                <a:gd name="csY6" fmla="*/ 2232285 h 2601552"/>
                <a:gd name="csX7" fmla="*/ 1737556 w 3164226"/>
                <a:gd name="csY7" fmla="*/ 1483413 h 2601552"/>
                <a:gd name="csX8" fmla="*/ 789095 w 3164226"/>
                <a:gd name="csY8" fmla="*/ 2597940 h 2601552"/>
                <a:gd name="csX0" fmla="*/ 789095 w 3164226"/>
                <a:gd name="csY0" fmla="*/ 2597940 h 2601552"/>
                <a:gd name="csX1" fmla="*/ 0 w 3164226"/>
                <a:gd name="csY1" fmla="*/ 2601552 h 2601552"/>
                <a:gd name="csX2" fmla="*/ 2218187 w 3164226"/>
                <a:gd name="csY2" fmla="*/ 0 h 2601552"/>
                <a:gd name="csX3" fmla="*/ 3164226 w 3164226"/>
                <a:gd name="csY3" fmla="*/ 1230039 h 2601552"/>
                <a:gd name="csX4" fmla="*/ 2795609 w 3164226"/>
                <a:gd name="csY4" fmla="*/ 1657672 h 2601552"/>
                <a:gd name="csX5" fmla="*/ 2218666 w 3164226"/>
                <a:gd name="csY5" fmla="*/ 896027 h 2601552"/>
                <a:gd name="csX6" fmla="*/ 2309077 w 3164226"/>
                <a:gd name="csY6" fmla="*/ 2232285 h 2601552"/>
                <a:gd name="csX7" fmla="*/ 1737556 w 3164226"/>
                <a:gd name="csY7" fmla="*/ 1483413 h 2601552"/>
                <a:gd name="csX8" fmla="*/ 789095 w 3164226"/>
                <a:gd name="csY8" fmla="*/ 2597940 h 2601552"/>
                <a:gd name="csX0" fmla="*/ 789095 w 3164226"/>
                <a:gd name="csY0" fmla="*/ 2597940 h 2601552"/>
                <a:gd name="csX1" fmla="*/ 0 w 3164226"/>
                <a:gd name="csY1" fmla="*/ 2601552 h 2601552"/>
                <a:gd name="csX2" fmla="*/ 2218187 w 3164226"/>
                <a:gd name="csY2" fmla="*/ 0 h 2601552"/>
                <a:gd name="csX3" fmla="*/ 3164226 w 3164226"/>
                <a:gd name="csY3" fmla="*/ 1230039 h 2601552"/>
                <a:gd name="csX4" fmla="*/ 2798003 w 3164226"/>
                <a:gd name="csY4" fmla="*/ 1660066 h 2601552"/>
                <a:gd name="csX5" fmla="*/ 2218666 w 3164226"/>
                <a:gd name="csY5" fmla="*/ 896027 h 2601552"/>
                <a:gd name="csX6" fmla="*/ 2309077 w 3164226"/>
                <a:gd name="csY6" fmla="*/ 2232285 h 2601552"/>
                <a:gd name="csX7" fmla="*/ 1737556 w 3164226"/>
                <a:gd name="csY7" fmla="*/ 1483413 h 2601552"/>
                <a:gd name="csX8" fmla="*/ 789095 w 3164226"/>
                <a:gd name="csY8" fmla="*/ 2597940 h 2601552"/>
                <a:gd name="csX0" fmla="*/ 791489 w 3166620"/>
                <a:gd name="csY0" fmla="*/ 2597940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60066 h 2603945"/>
                <a:gd name="csX5" fmla="*/ 2221060 w 3166620"/>
                <a:gd name="csY5" fmla="*/ 896027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791489 w 3166620"/>
                <a:gd name="csY8" fmla="*/ 2597940 h 2603945"/>
                <a:gd name="csX0" fmla="*/ 801064 w 3166620"/>
                <a:gd name="csY0" fmla="*/ 2600334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60066 h 2603945"/>
                <a:gd name="csX5" fmla="*/ 2221060 w 3166620"/>
                <a:gd name="csY5" fmla="*/ 896027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801064 w 3166620"/>
                <a:gd name="csY8" fmla="*/ 2600334 h 2603945"/>
                <a:gd name="csX0" fmla="*/ 801064 w 3166620"/>
                <a:gd name="csY0" fmla="*/ 2600334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48229 h 2603945"/>
                <a:gd name="csX5" fmla="*/ 2221060 w 3166620"/>
                <a:gd name="csY5" fmla="*/ 896027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801064 w 3166620"/>
                <a:gd name="csY8" fmla="*/ 2600334 h 2603945"/>
                <a:gd name="csX0" fmla="*/ 801064 w 3166620"/>
                <a:gd name="csY0" fmla="*/ 2600334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48229 h 2603945"/>
                <a:gd name="csX5" fmla="*/ 2232897 w 3166620"/>
                <a:gd name="csY5" fmla="*/ 904904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801064 w 3166620"/>
                <a:gd name="csY8" fmla="*/ 2600334 h 2603945"/>
                <a:gd name="csX0" fmla="*/ 801064 w 3160701"/>
                <a:gd name="csY0" fmla="*/ 2600334 h 2603945"/>
                <a:gd name="csX1" fmla="*/ 0 w 3160701"/>
                <a:gd name="csY1" fmla="*/ 2603945 h 2603945"/>
                <a:gd name="csX2" fmla="*/ 2220581 w 3160701"/>
                <a:gd name="csY2" fmla="*/ 0 h 2603945"/>
                <a:gd name="csX3" fmla="*/ 3160701 w 3160701"/>
                <a:gd name="csY3" fmla="*/ 1218202 h 2603945"/>
                <a:gd name="csX4" fmla="*/ 2800397 w 3160701"/>
                <a:gd name="csY4" fmla="*/ 1648229 h 2603945"/>
                <a:gd name="csX5" fmla="*/ 2232897 w 3160701"/>
                <a:gd name="csY5" fmla="*/ 904904 h 2603945"/>
                <a:gd name="csX6" fmla="*/ 2311471 w 3160701"/>
                <a:gd name="csY6" fmla="*/ 2232285 h 2603945"/>
                <a:gd name="csX7" fmla="*/ 1739950 w 3160701"/>
                <a:gd name="csY7" fmla="*/ 1483413 h 2603945"/>
                <a:gd name="csX8" fmla="*/ 801064 w 3160701"/>
                <a:gd name="csY8" fmla="*/ 2600334 h 2603945"/>
                <a:gd name="csX0" fmla="*/ 801064 w 3160701"/>
                <a:gd name="csY0" fmla="*/ 2600334 h 2603945"/>
                <a:gd name="csX1" fmla="*/ 0 w 3160701"/>
                <a:gd name="csY1" fmla="*/ 2603945 h 2603945"/>
                <a:gd name="csX2" fmla="*/ 2220581 w 3160701"/>
                <a:gd name="csY2" fmla="*/ 0 h 2603945"/>
                <a:gd name="csX3" fmla="*/ 3160701 w 3160701"/>
                <a:gd name="csY3" fmla="*/ 1224121 h 2603945"/>
                <a:gd name="csX4" fmla="*/ 2800397 w 3160701"/>
                <a:gd name="csY4" fmla="*/ 1648229 h 2603945"/>
                <a:gd name="csX5" fmla="*/ 2232897 w 3160701"/>
                <a:gd name="csY5" fmla="*/ 904904 h 2603945"/>
                <a:gd name="csX6" fmla="*/ 2311471 w 3160701"/>
                <a:gd name="csY6" fmla="*/ 2232285 h 2603945"/>
                <a:gd name="csX7" fmla="*/ 1739950 w 3160701"/>
                <a:gd name="csY7" fmla="*/ 1483413 h 2603945"/>
                <a:gd name="csX8" fmla="*/ 801064 w 3160701"/>
                <a:gd name="csY8" fmla="*/ 2600334 h 2603945"/>
                <a:gd name="csX0" fmla="*/ 801064 w 3163660"/>
                <a:gd name="csY0" fmla="*/ 2600334 h 2603945"/>
                <a:gd name="csX1" fmla="*/ 0 w 3163660"/>
                <a:gd name="csY1" fmla="*/ 2603945 h 2603945"/>
                <a:gd name="csX2" fmla="*/ 2220581 w 3163660"/>
                <a:gd name="csY2" fmla="*/ 0 h 2603945"/>
                <a:gd name="csX3" fmla="*/ 3163660 w 3163660"/>
                <a:gd name="csY3" fmla="*/ 1227080 h 2603945"/>
                <a:gd name="csX4" fmla="*/ 2800397 w 3163660"/>
                <a:gd name="csY4" fmla="*/ 1648229 h 2603945"/>
                <a:gd name="csX5" fmla="*/ 2232897 w 3163660"/>
                <a:gd name="csY5" fmla="*/ 904904 h 2603945"/>
                <a:gd name="csX6" fmla="*/ 2311471 w 3163660"/>
                <a:gd name="csY6" fmla="*/ 2232285 h 2603945"/>
                <a:gd name="csX7" fmla="*/ 1739950 w 3163660"/>
                <a:gd name="csY7" fmla="*/ 1483413 h 2603945"/>
                <a:gd name="csX8" fmla="*/ 801064 w 3163660"/>
                <a:gd name="csY8" fmla="*/ 2600334 h 2603945"/>
                <a:gd name="csX0" fmla="*/ 801064 w 3163660"/>
                <a:gd name="csY0" fmla="*/ 2600334 h 2603945"/>
                <a:gd name="csX1" fmla="*/ 0 w 3163660"/>
                <a:gd name="csY1" fmla="*/ 2603945 h 2603945"/>
                <a:gd name="csX2" fmla="*/ 2220581 w 3163660"/>
                <a:gd name="csY2" fmla="*/ 0 h 2603945"/>
                <a:gd name="csX3" fmla="*/ 3163660 w 3163660"/>
                <a:gd name="csY3" fmla="*/ 1227080 h 2603945"/>
                <a:gd name="csX4" fmla="*/ 2800397 w 3163660"/>
                <a:gd name="csY4" fmla="*/ 1648229 h 2603945"/>
                <a:gd name="csX5" fmla="*/ 2232897 w 3163660"/>
                <a:gd name="csY5" fmla="*/ 904904 h 2603945"/>
                <a:gd name="csX6" fmla="*/ 2311471 w 3163660"/>
                <a:gd name="csY6" fmla="*/ 2232285 h 2603945"/>
                <a:gd name="csX7" fmla="*/ 1739950 w 3163660"/>
                <a:gd name="csY7" fmla="*/ 1483413 h 2603945"/>
                <a:gd name="csX8" fmla="*/ 801064 w 3163660"/>
                <a:gd name="csY8" fmla="*/ 2600334 h 260394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35245 h 2606905"/>
                <a:gd name="csX7" fmla="*/ 1739950 w 3163660"/>
                <a:gd name="csY7" fmla="*/ 1486373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39950 w 3163660"/>
                <a:gd name="csY7" fmla="*/ 1486373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39950 w 3163660"/>
                <a:gd name="csY7" fmla="*/ 1492291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39950 w 3163660"/>
                <a:gd name="csY7" fmla="*/ 1492291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801064 w 3163660"/>
                <a:gd name="csY7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806922 w 3163660"/>
                <a:gd name="csY7" fmla="*/ 245213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949062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949062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949062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29982 w 3163660"/>
                <a:gd name="csY7" fmla="*/ 1511097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29982 w 3163660"/>
                <a:gd name="csY7" fmla="*/ 1511097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29982 w 3163660"/>
                <a:gd name="csY7" fmla="*/ 1511097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148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148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148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4020 h 2606905"/>
                <a:gd name="csX8" fmla="*/ 801064 w 3163660"/>
                <a:gd name="csY8" fmla="*/ 2603294 h 2606905"/>
                <a:gd name="csX0" fmla="*/ 450956 w 3163660"/>
                <a:gd name="csY0" fmla="*/ 3019305 h 3019305"/>
                <a:gd name="csX1" fmla="*/ 0 w 3163660"/>
                <a:gd name="csY1" fmla="*/ 2606905 h 3019305"/>
                <a:gd name="csX2" fmla="*/ 2217622 w 3163660"/>
                <a:gd name="csY2" fmla="*/ 0 h 3019305"/>
                <a:gd name="csX3" fmla="*/ 3163660 w 3163660"/>
                <a:gd name="csY3" fmla="*/ 1230040 h 3019305"/>
                <a:gd name="csX4" fmla="*/ 2800397 w 3163660"/>
                <a:gd name="csY4" fmla="*/ 1651189 h 3019305"/>
                <a:gd name="csX5" fmla="*/ 2232897 w 3163660"/>
                <a:gd name="csY5" fmla="*/ 907864 h 3019305"/>
                <a:gd name="csX6" fmla="*/ 2314011 w 3163660"/>
                <a:gd name="csY6" fmla="*/ 2225529 h 3019305"/>
                <a:gd name="csX7" fmla="*/ 1752817 w 3163660"/>
                <a:gd name="csY7" fmla="*/ 1484020 h 3019305"/>
                <a:gd name="csX8" fmla="*/ 450956 w 3163660"/>
                <a:gd name="csY8" fmla="*/ 3019305 h 3019305"/>
                <a:gd name="csX0" fmla="*/ 792827 w 3505531"/>
                <a:gd name="csY0" fmla="*/ 3019305 h 3019305"/>
                <a:gd name="csX1" fmla="*/ 0 w 3505531"/>
                <a:gd name="csY1" fmla="*/ 3006440 h 3019305"/>
                <a:gd name="csX2" fmla="*/ 2559493 w 3505531"/>
                <a:gd name="csY2" fmla="*/ 0 h 3019305"/>
                <a:gd name="csX3" fmla="*/ 3505531 w 3505531"/>
                <a:gd name="csY3" fmla="*/ 1230040 h 3019305"/>
                <a:gd name="csX4" fmla="*/ 3142268 w 3505531"/>
                <a:gd name="csY4" fmla="*/ 1651189 h 3019305"/>
                <a:gd name="csX5" fmla="*/ 2574768 w 3505531"/>
                <a:gd name="csY5" fmla="*/ 907864 h 3019305"/>
                <a:gd name="csX6" fmla="*/ 2655882 w 3505531"/>
                <a:gd name="csY6" fmla="*/ 2225529 h 3019305"/>
                <a:gd name="csX7" fmla="*/ 2094688 w 3505531"/>
                <a:gd name="csY7" fmla="*/ 1484020 h 3019305"/>
                <a:gd name="csX8" fmla="*/ 792827 w 3505531"/>
                <a:gd name="csY8" fmla="*/ 3019305 h 3019305"/>
                <a:gd name="csX0" fmla="*/ 801065 w 3505531"/>
                <a:gd name="csY0" fmla="*/ 3011067 h 3011067"/>
                <a:gd name="csX1" fmla="*/ 0 w 3505531"/>
                <a:gd name="csY1" fmla="*/ 3006440 h 3011067"/>
                <a:gd name="csX2" fmla="*/ 2559493 w 3505531"/>
                <a:gd name="csY2" fmla="*/ 0 h 3011067"/>
                <a:gd name="csX3" fmla="*/ 3505531 w 3505531"/>
                <a:gd name="csY3" fmla="*/ 1230040 h 3011067"/>
                <a:gd name="csX4" fmla="*/ 3142268 w 3505531"/>
                <a:gd name="csY4" fmla="*/ 1651189 h 3011067"/>
                <a:gd name="csX5" fmla="*/ 2574768 w 3505531"/>
                <a:gd name="csY5" fmla="*/ 907864 h 3011067"/>
                <a:gd name="csX6" fmla="*/ 2655882 w 3505531"/>
                <a:gd name="csY6" fmla="*/ 2225529 h 3011067"/>
                <a:gd name="csX7" fmla="*/ 2094688 w 3505531"/>
                <a:gd name="csY7" fmla="*/ 1484020 h 3011067"/>
                <a:gd name="csX8" fmla="*/ 801065 w 3505531"/>
                <a:gd name="csY8" fmla="*/ 3011067 h 30110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05531" h="3011067">
                  <a:moveTo>
                    <a:pt x="801065" y="3011067"/>
                  </a:moveTo>
                  <a:lnTo>
                    <a:pt x="0" y="3006440"/>
                  </a:lnTo>
                  <a:lnTo>
                    <a:pt x="2559493" y="0"/>
                  </a:lnTo>
                  <a:lnTo>
                    <a:pt x="3505531" y="1230040"/>
                  </a:lnTo>
                  <a:lnTo>
                    <a:pt x="3142268" y="1651189"/>
                  </a:lnTo>
                  <a:lnTo>
                    <a:pt x="2574768" y="907864"/>
                  </a:lnTo>
                  <a:lnTo>
                    <a:pt x="2655882" y="2225529"/>
                  </a:lnTo>
                  <a:cubicBezTo>
                    <a:pt x="2374015" y="1864934"/>
                    <a:pt x="2375272" y="1851396"/>
                    <a:pt x="2094688" y="1484020"/>
                  </a:cubicBezTo>
                  <a:cubicBezTo>
                    <a:pt x="1938513" y="1655223"/>
                    <a:pt x="1012189" y="2758154"/>
                    <a:pt x="801065" y="3011067"/>
                  </a:cubicBezTo>
                  <a:close/>
                </a:path>
              </a:pathLst>
            </a:custGeom>
            <a:gradFill flip="none" rotWithShape="1">
              <a:gsLst>
                <a:gs pos="25000">
                  <a:srgbClr val="D8A337">
                    <a:lumMod val="50000"/>
                  </a:srgbClr>
                </a:gs>
                <a:gs pos="65000">
                  <a:srgbClr val="D8A337">
                    <a:lumMod val="60000"/>
                    <a:lumOff val="40000"/>
                  </a:srgbClr>
                </a:gs>
                <a:gs pos="90000">
                  <a:srgbClr val="D8A337">
                    <a:lumMod val="20000"/>
                    <a:lumOff val="80000"/>
                  </a:srgb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 2">
              <a:extLst>
                <a:ext uri="{FF2B5EF4-FFF2-40B4-BE49-F238E27FC236}">
                  <a16:creationId xmlns:a16="http://schemas.microsoft.com/office/drawing/2014/main" id="{BC69F2BB-1604-C572-691D-ADCA6DF0E3AE}"/>
                </a:ext>
              </a:extLst>
            </p:cNvPr>
            <p:cNvSpPr/>
            <p:nvPr/>
          </p:nvSpPr>
          <p:spPr>
            <a:xfrm>
              <a:off x="3684740" y="1598625"/>
              <a:ext cx="3403358" cy="2105258"/>
            </a:xfrm>
            <a:custGeom>
              <a:avLst/>
              <a:gdLst>
                <a:gd name="csX0" fmla="*/ 723697 w 2778317"/>
                <a:gd name="csY0" fmla="*/ 1706637 h 1773005"/>
                <a:gd name="csX1" fmla="*/ 0 w 2778317"/>
                <a:gd name="csY1" fmla="*/ 1727309 h 1773005"/>
                <a:gd name="csX2" fmla="*/ 1471411 w 2778317"/>
                <a:gd name="csY2" fmla="*/ 0 h 1773005"/>
                <a:gd name="csX3" fmla="*/ 2778317 w 2778317"/>
                <a:gd name="csY3" fmla="*/ 1709031 h 1773005"/>
                <a:gd name="csX4" fmla="*/ 2165991 w 2778317"/>
                <a:gd name="csY4" fmla="*/ 1754727 h 1773005"/>
                <a:gd name="csX5" fmla="*/ 1453133 w 2778317"/>
                <a:gd name="csY5" fmla="*/ 895642 h 1773005"/>
                <a:gd name="csX6" fmla="*/ 667162 w 2778317"/>
                <a:gd name="csY6" fmla="*/ 1773005 h 1773005"/>
                <a:gd name="csX7" fmla="*/ 723697 w 2778317"/>
                <a:gd name="csY7" fmla="*/ 1706637 h 1773005"/>
                <a:gd name="csX0" fmla="*/ 706490 w 2761110"/>
                <a:gd name="csY0" fmla="*/ 1706637 h 1773005"/>
                <a:gd name="csX1" fmla="*/ 0 w 2761110"/>
                <a:gd name="csY1" fmla="*/ 1707645 h 1773005"/>
                <a:gd name="csX2" fmla="*/ 1454204 w 2761110"/>
                <a:gd name="csY2" fmla="*/ 0 h 1773005"/>
                <a:gd name="csX3" fmla="*/ 2761110 w 2761110"/>
                <a:gd name="csY3" fmla="*/ 1709031 h 1773005"/>
                <a:gd name="csX4" fmla="*/ 2148784 w 2761110"/>
                <a:gd name="csY4" fmla="*/ 1754727 h 1773005"/>
                <a:gd name="csX5" fmla="*/ 1435926 w 2761110"/>
                <a:gd name="csY5" fmla="*/ 895642 h 1773005"/>
                <a:gd name="csX6" fmla="*/ 649955 w 2761110"/>
                <a:gd name="csY6" fmla="*/ 1773005 h 1773005"/>
                <a:gd name="csX7" fmla="*/ 706490 w 2761110"/>
                <a:gd name="csY7" fmla="*/ 1706637 h 1773005"/>
                <a:gd name="csX0" fmla="*/ 706490 w 2761110"/>
                <a:gd name="csY0" fmla="*/ 1706637 h 1773005"/>
                <a:gd name="csX1" fmla="*/ 0 w 2761110"/>
                <a:gd name="csY1" fmla="*/ 1707645 h 1773005"/>
                <a:gd name="csX2" fmla="*/ 1454204 w 2761110"/>
                <a:gd name="csY2" fmla="*/ 0 h 1773005"/>
                <a:gd name="csX3" fmla="*/ 2761110 w 2761110"/>
                <a:gd name="csY3" fmla="*/ 1709031 h 1773005"/>
                <a:gd name="csX4" fmla="*/ 2148784 w 2761110"/>
                <a:gd name="csY4" fmla="*/ 1754727 h 1773005"/>
                <a:gd name="csX5" fmla="*/ 1435926 w 2761110"/>
                <a:gd name="csY5" fmla="*/ 895642 h 1773005"/>
                <a:gd name="csX6" fmla="*/ 649955 w 2761110"/>
                <a:gd name="csY6" fmla="*/ 1773005 h 1773005"/>
                <a:gd name="csX7" fmla="*/ 706490 w 2761110"/>
                <a:gd name="csY7" fmla="*/ 1706637 h 1773005"/>
                <a:gd name="csX0" fmla="*/ 706490 w 2761110"/>
                <a:gd name="csY0" fmla="*/ 1706637 h 1773005"/>
                <a:gd name="csX1" fmla="*/ 0 w 2761110"/>
                <a:gd name="csY1" fmla="*/ 1707645 h 1773005"/>
                <a:gd name="csX2" fmla="*/ 1454204 w 2761110"/>
                <a:gd name="csY2" fmla="*/ 0 h 1773005"/>
                <a:gd name="csX3" fmla="*/ 2761110 w 2761110"/>
                <a:gd name="csY3" fmla="*/ 1709031 h 1773005"/>
                <a:gd name="csX4" fmla="*/ 2106997 w 2761110"/>
                <a:gd name="csY4" fmla="*/ 1703107 h 1773005"/>
                <a:gd name="csX5" fmla="*/ 1435926 w 2761110"/>
                <a:gd name="csY5" fmla="*/ 895642 h 1773005"/>
                <a:gd name="csX6" fmla="*/ 649955 w 2761110"/>
                <a:gd name="csY6" fmla="*/ 1773005 h 1773005"/>
                <a:gd name="csX7" fmla="*/ 706490 w 2761110"/>
                <a:gd name="csY7" fmla="*/ 1706637 h 1773005"/>
                <a:gd name="csX0" fmla="*/ 706490 w 2763568"/>
                <a:gd name="csY0" fmla="*/ 1706637 h 1773005"/>
                <a:gd name="csX1" fmla="*/ 0 w 2763568"/>
                <a:gd name="csY1" fmla="*/ 1707645 h 1773005"/>
                <a:gd name="csX2" fmla="*/ 1454204 w 2763568"/>
                <a:gd name="csY2" fmla="*/ 0 h 1773005"/>
                <a:gd name="csX3" fmla="*/ 2763568 w 2763568"/>
                <a:gd name="csY3" fmla="*/ 1709031 h 1773005"/>
                <a:gd name="csX4" fmla="*/ 2106997 w 2763568"/>
                <a:gd name="csY4" fmla="*/ 1703107 h 1773005"/>
                <a:gd name="csX5" fmla="*/ 1435926 w 2763568"/>
                <a:gd name="csY5" fmla="*/ 895642 h 1773005"/>
                <a:gd name="csX6" fmla="*/ 649955 w 2763568"/>
                <a:gd name="csY6" fmla="*/ 1773005 h 1773005"/>
                <a:gd name="csX7" fmla="*/ 706490 w 2763568"/>
                <a:gd name="csY7" fmla="*/ 1706637 h 1773005"/>
                <a:gd name="csX0" fmla="*/ 706490 w 2763568"/>
                <a:gd name="csY0" fmla="*/ 1706637 h 1773005"/>
                <a:gd name="csX1" fmla="*/ 0 w 2763568"/>
                <a:gd name="csY1" fmla="*/ 1707645 h 1773005"/>
                <a:gd name="csX2" fmla="*/ 1454204 w 2763568"/>
                <a:gd name="csY2" fmla="*/ 0 h 1773005"/>
                <a:gd name="csX3" fmla="*/ 2763568 w 2763568"/>
                <a:gd name="csY3" fmla="*/ 1709031 h 1773005"/>
                <a:gd name="csX4" fmla="*/ 2081597 w 2763568"/>
                <a:gd name="csY4" fmla="*/ 1703107 h 1773005"/>
                <a:gd name="csX5" fmla="*/ 1435926 w 2763568"/>
                <a:gd name="csY5" fmla="*/ 895642 h 1773005"/>
                <a:gd name="csX6" fmla="*/ 649955 w 2763568"/>
                <a:gd name="csY6" fmla="*/ 1773005 h 1773005"/>
                <a:gd name="csX7" fmla="*/ 706490 w 2763568"/>
                <a:gd name="csY7" fmla="*/ 1706637 h 1773005"/>
                <a:gd name="csX0" fmla="*/ 706490 w 2763568"/>
                <a:gd name="csY0" fmla="*/ 1706637 h 1773005"/>
                <a:gd name="csX1" fmla="*/ 0 w 2763568"/>
                <a:gd name="csY1" fmla="*/ 1707645 h 1773005"/>
                <a:gd name="csX2" fmla="*/ 1454204 w 2763568"/>
                <a:gd name="csY2" fmla="*/ 0 h 1773005"/>
                <a:gd name="csX3" fmla="*/ 2763568 w 2763568"/>
                <a:gd name="csY3" fmla="*/ 1709031 h 1773005"/>
                <a:gd name="csX4" fmla="*/ 2081597 w 2763568"/>
                <a:gd name="csY4" fmla="*/ 1703107 h 1773005"/>
                <a:gd name="csX5" fmla="*/ 1445451 w 2763568"/>
                <a:gd name="csY5" fmla="*/ 889292 h 1773005"/>
                <a:gd name="csX6" fmla="*/ 649955 w 2763568"/>
                <a:gd name="csY6" fmla="*/ 1773005 h 1773005"/>
                <a:gd name="csX7" fmla="*/ 706490 w 2763568"/>
                <a:gd name="csY7" fmla="*/ 1706637 h 1773005"/>
                <a:gd name="csX0" fmla="*/ 706490 w 2763568"/>
                <a:gd name="csY0" fmla="*/ 1706637 h 1709031"/>
                <a:gd name="csX1" fmla="*/ 0 w 2763568"/>
                <a:gd name="csY1" fmla="*/ 1707645 h 1709031"/>
                <a:gd name="csX2" fmla="*/ 1454204 w 2763568"/>
                <a:gd name="csY2" fmla="*/ 0 h 1709031"/>
                <a:gd name="csX3" fmla="*/ 2763568 w 2763568"/>
                <a:gd name="csY3" fmla="*/ 1709031 h 1709031"/>
                <a:gd name="csX4" fmla="*/ 2081597 w 2763568"/>
                <a:gd name="csY4" fmla="*/ 1703107 h 1709031"/>
                <a:gd name="csX5" fmla="*/ 1445451 w 2763568"/>
                <a:gd name="csY5" fmla="*/ 889292 h 1709031"/>
                <a:gd name="csX6" fmla="*/ 706490 w 2763568"/>
                <a:gd name="csY6" fmla="*/ 1706637 h 1709031"/>
                <a:gd name="csX0" fmla="*/ 706490 w 2763568"/>
                <a:gd name="csY0" fmla="*/ 1706637 h 1709031"/>
                <a:gd name="csX1" fmla="*/ 0 w 2763568"/>
                <a:gd name="csY1" fmla="*/ 1707645 h 1709031"/>
                <a:gd name="csX2" fmla="*/ 1454204 w 2763568"/>
                <a:gd name="csY2" fmla="*/ 0 h 1709031"/>
                <a:gd name="csX3" fmla="*/ 2763568 w 2763568"/>
                <a:gd name="csY3" fmla="*/ 1709031 h 1709031"/>
                <a:gd name="csX4" fmla="*/ 2081597 w 2763568"/>
                <a:gd name="csY4" fmla="*/ 1703107 h 1709031"/>
                <a:gd name="csX5" fmla="*/ 1427695 w 2763568"/>
                <a:gd name="csY5" fmla="*/ 850822 h 1709031"/>
                <a:gd name="csX6" fmla="*/ 706490 w 2763568"/>
                <a:gd name="csY6" fmla="*/ 1706637 h 1709031"/>
                <a:gd name="csX0" fmla="*/ 706490 w 2763568"/>
                <a:gd name="csY0" fmla="*/ 1706637 h 1711984"/>
                <a:gd name="csX1" fmla="*/ 0 w 2763568"/>
                <a:gd name="csY1" fmla="*/ 1707645 h 1711984"/>
                <a:gd name="csX2" fmla="*/ 1454204 w 2763568"/>
                <a:gd name="csY2" fmla="*/ 0 h 1711984"/>
                <a:gd name="csX3" fmla="*/ 2763568 w 2763568"/>
                <a:gd name="csY3" fmla="*/ 1709031 h 1711984"/>
                <a:gd name="csX4" fmla="*/ 2087516 w 2763568"/>
                <a:gd name="csY4" fmla="*/ 1711984 h 1711984"/>
                <a:gd name="csX5" fmla="*/ 1427695 w 2763568"/>
                <a:gd name="csY5" fmla="*/ 850822 h 1711984"/>
                <a:gd name="csX6" fmla="*/ 706490 w 2763568"/>
                <a:gd name="csY6" fmla="*/ 1706637 h 1711984"/>
                <a:gd name="csX0" fmla="*/ 700571 w 2763568"/>
                <a:gd name="csY0" fmla="*/ 1706637 h 1711984"/>
                <a:gd name="csX1" fmla="*/ 0 w 2763568"/>
                <a:gd name="csY1" fmla="*/ 1707645 h 1711984"/>
                <a:gd name="csX2" fmla="*/ 1454204 w 2763568"/>
                <a:gd name="csY2" fmla="*/ 0 h 1711984"/>
                <a:gd name="csX3" fmla="*/ 2763568 w 2763568"/>
                <a:gd name="csY3" fmla="*/ 1709031 h 1711984"/>
                <a:gd name="csX4" fmla="*/ 2087516 w 2763568"/>
                <a:gd name="csY4" fmla="*/ 1711984 h 1711984"/>
                <a:gd name="csX5" fmla="*/ 1427695 w 2763568"/>
                <a:gd name="csY5" fmla="*/ 850822 h 1711984"/>
                <a:gd name="csX6" fmla="*/ 700571 w 2763568"/>
                <a:gd name="csY6" fmla="*/ 1706637 h 1711984"/>
                <a:gd name="csX0" fmla="*/ 688734 w 2751731"/>
                <a:gd name="csY0" fmla="*/ 1706637 h 1711984"/>
                <a:gd name="csX1" fmla="*/ 0 w 2751731"/>
                <a:gd name="csY1" fmla="*/ 1707645 h 1711984"/>
                <a:gd name="csX2" fmla="*/ 1442367 w 2751731"/>
                <a:gd name="csY2" fmla="*/ 0 h 1711984"/>
                <a:gd name="csX3" fmla="*/ 2751731 w 2751731"/>
                <a:gd name="csY3" fmla="*/ 1709031 h 1711984"/>
                <a:gd name="csX4" fmla="*/ 2075679 w 2751731"/>
                <a:gd name="csY4" fmla="*/ 1711984 h 1711984"/>
                <a:gd name="csX5" fmla="*/ 1415858 w 2751731"/>
                <a:gd name="csY5" fmla="*/ 850822 h 1711984"/>
                <a:gd name="csX6" fmla="*/ 688734 w 2751731"/>
                <a:gd name="csY6" fmla="*/ 1706637 h 1711984"/>
                <a:gd name="csX0" fmla="*/ 688734 w 2751731"/>
                <a:gd name="csY0" fmla="*/ 1706637 h 1711984"/>
                <a:gd name="csX1" fmla="*/ 0 w 2751731"/>
                <a:gd name="csY1" fmla="*/ 1707645 h 1711984"/>
                <a:gd name="csX2" fmla="*/ 1442367 w 2751731"/>
                <a:gd name="csY2" fmla="*/ 0 h 1711984"/>
                <a:gd name="csX3" fmla="*/ 2751731 w 2751731"/>
                <a:gd name="csY3" fmla="*/ 1709031 h 1711984"/>
                <a:gd name="csX4" fmla="*/ 2075679 w 2751731"/>
                <a:gd name="csY4" fmla="*/ 1711984 h 1711984"/>
                <a:gd name="csX5" fmla="*/ 1412898 w 2751731"/>
                <a:gd name="csY5" fmla="*/ 850822 h 1711984"/>
                <a:gd name="csX6" fmla="*/ 688734 w 2751731"/>
                <a:gd name="csY6" fmla="*/ 1706637 h 1711984"/>
                <a:gd name="csX0" fmla="*/ 688734 w 2751731"/>
                <a:gd name="csY0" fmla="*/ 1706637 h 1711984"/>
                <a:gd name="csX1" fmla="*/ 0 w 2751731"/>
                <a:gd name="csY1" fmla="*/ 1707645 h 1711984"/>
                <a:gd name="csX2" fmla="*/ 1442367 w 2751731"/>
                <a:gd name="csY2" fmla="*/ 0 h 1711984"/>
                <a:gd name="csX3" fmla="*/ 2751731 w 2751731"/>
                <a:gd name="csY3" fmla="*/ 1709031 h 1711984"/>
                <a:gd name="csX4" fmla="*/ 2075679 w 2751731"/>
                <a:gd name="csY4" fmla="*/ 1711984 h 1711984"/>
                <a:gd name="csX5" fmla="*/ 1409938 w 2751731"/>
                <a:gd name="csY5" fmla="*/ 850822 h 1711984"/>
                <a:gd name="csX6" fmla="*/ 688734 w 2751731"/>
                <a:gd name="csY6" fmla="*/ 1706637 h 1711984"/>
                <a:gd name="csX0" fmla="*/ 688734 w 2751731"/>
                <a:gd name="csY0" fmla="*/ 1706637 h 1709031"/>
                <a:gd name="csX1" fmla="*/ 0 w 2751731"/>
                <a:gd name="csY1" fmla="*/ 1707645 h 1709031"/>
                <a:gd name="csX2" fmla="*/ 1442367 w 2751731"/>
                <a:gd name="csY2" fmla="*/ 0 h 1709031"/>
                <a:gd name="csX3" fmla="*/ 2751731 w 2751731"/>
                <a:gd name="csY3" fmla="*/ 1709031 h 1709031"/>
                <a:gd name="csX4" fmla="*/ 2069761 w 2751731"/>
                <a:gd name="csY4" fmla="*/ 1709025 h 1709031"/>
                <a:gd name="csX5" fmla="*/ 1409938 w 2751731"/>
                <a:gd name="csY5" fmla="*/ 850822 h 1709031"/>
                <a:gd name="csX6" fmla="*/ 688734 w 2751731"/>
                <a:gd name="csY6" fmla="*/ 1706637 h 1709031"/>
                <a:gd name="csX0" fmla="*/ 688734 w 2757649"/>
                <a:gd name="csY0" fmla="*/ 1706637 h 1711990"/>
                <a:gd name="csX1" fmla="*/ 0 w 2757649"/>
                <a:gd name="csY1" fmla="*/ 1707645 h 1711990"/>
                <a:gd name="csX2" fmla="*/ 1442367 w 2757649"/>
                <a:gd name="csY2" fmla="*/ 0 h 1711990"/>
                <a:gd name="csX3" fmla="*/ 2757649 w 2757649"/>
                <a:gd name="csY3" fmla="*/ 1711990 h 1711990"/>
                <a:gd name="csX4" fmla="*/ 2069761 w 2757649"/>
                <a:gd name="csY4" fmla="*/ 1709025 h 1711990"/>
                <a:gd name="csX5" fmla="*/ 1409938 w 2757649"/>
                <a:gd name="csY5" fmla="*/ 850822 h 1711990"/>
                <a:gd name="csX6" fmla="*/ 688734 w 2757649"/>
                <a:gd name="csY6" fmla="*/ 1706637 h 1711990"/>
                <a:gd name="csX0" fmla="*/ 688734 w 2757649"/>
                <a:gd name="csY0" fmla="*/ 1696477 h 1701830"/>
                <a:gd name="csX1" fmla="*/ 0 w 2757649"/>
                <a:gd name="csY1" fmla="*/ 1697485 h 1701830"/>
                <a:gd name="csX2" fmla="*/ 1442367 w 2757649"/>
                <a:gd name="csY2" fmla="*/ 0 h 1701830"/>
                <a:gd name="csX3" fmla="*/ 2757649 w 2757649"/>
                <a:gd name="csY3" fmla="*/ 1701830 h 1701830"/>
                <a:gd name="csX4" fmla="*/ 2069761 w 2757649"/>
                <a:gd name="csY4" fmla="*/ 1698865 h 1701830"/>
                <a:gd name="csX5" fmla="*/ 1409938 w 2757649"/>
                <a:gd name="csY5" fmla="*/ 840662 h 1701830"/>
                <a:gd name="csX6" fmla="*/ 688734 w 2757649"/>
                <a:gd name="csY6" fmla="*/ 1696477 h 1701830"/>
                <a:gd name="csX0" fmla="*/ 688734 w 2752569"/>
                <a:gd name="csY0" fmla="*/ 1696477 h 1699290"/>
                <a:gd name="csX1" fmla="*/ 0 w 2752569"/>
                <a:gd name="csY1" fmla="*/ 1697485 h 1699290"/>
                <a:gd name="csX2" fmla="*/ 1442367 w 2752569"/>
                <a:gd name="csY2" fmla="*/ 0 h 1699290"/>
                <a:gd name="csX3" fmla="*/ 2752569 w 2752569"/>
                <a:gd name="csY3" fmla="*/ 1699290 h 1699290"/>
                <a:gd name="csX4" fmla="*/ 2069761 w 2752569"/>
                <a:gd name="csY4" fmla="*/ 1698865 h 1699290"/>
                <a:gd name="csX5" fmla="*/ 1409938 w 2752569"/>
                <a:gd name="csY5" fmla="*/ 840662 h 1699290"/>
                <a:gd name="csX6" fmla="*/ 688734 w 2752569"/>
                <a:gd name="csY6" fmla="*/ 1696477 h 1699290"/>
                <a:gd name="csX0" fmla="*/ 1026485 w 3090320"/>
                <a:gd name="csY0" fmla="*/ 1696477 h 2105258"/>
                <a:gd name="csX1" fmla="*/ 0 w 3090320"/>
                <a:gd name="csY1" fmla="*/ 2105258 h 2105258"/>
                <a:gd name="csX2" fmla="*/ 1780118 w 3090320"/>
                <a:gd name="csY2" fmla="*/ 0 h 2105258"/>
                <a:gd name="csX3" fmla="*/ 3090320 w 3090320"/>
                <a:gd name="csY3" fmla="*/ 1699290 h 2105258"/>
                <a:gd name="csX4" fmla="*/ 2407512 w 3090320"/>
                <a:gd name="csY4" fmla="*/ 1698865 h 2105258"/>
                <a:gd name="csX5" fmla="*/ 1747689 w 3090320"/>
                <a:gd name="csY5" fmla="*/ 840662 h 2105258"/>
                <a:gd name="csX6" fmla="*/ 1026485 w 3090320"/>
                <a:gd name="csY6" fmla="*/ 1696477 h 2105258"/>
                <a:gd name="csX0" fmla="*/ 680496 w 3090320"/>
                <a:gd name="csY0" fmla="*/ 2100131 h 2105258"/>
                <a:gd name="csX1" fmla="*/ 0 w 3090320"/>
                <a:gd name="csY1" fmla="*/ 2105258 h 2105258"/>
                <a:gd name="csX2" fmla="*/ 1780118 w 3090320"/>
                <a:gd name="csY2" fmla="*/ 0 h 2105258"/>
                <a:gd name="csX3" fmla="*/ 3090320 w 3090320"/>
                <a:gd name="csY3" fmla="*/ 1699290 h 2105258"/>
                <a:gd name="csX4" fmla="*/ 2407512 w 3090320"/>
                <a:gd name="csY4" fmla="*/ 1698865 h 2105258"/>
                <a:gd name="csX5" fmla="*/ 1747689 w 3090320"/>
                <a:gd name="csY5" fmla="*/ 840662 h 2105258"/>
                <a:gd name="csX6" fmla="*/ 680496 w 3090320"/>
                <a:gd name="csY6" fmla="*/ 2100131 h 2105258"/>
                <a:gd name="csX0" fmla="*/ 680496 w 3090320"/>
                <a:gd name="csY0" fmla="*/ 2100131 h 2105258"/>
                <a:gd name="csX1" fmla="*/ 0 w 3090320"/>
                <a:gd name="csY1" fmla="*/ 2105258 h 2105258"/>
                <a:gd name="csX2" fmla="*/ 1780118 w 3090320"/>
                <a:gd name="csY2" fmla="*/ 0 h 2105258"/>
                <a:gd name="csX3" fmla="*/ 3090320 w 3090320"/>
                <a:gd name="csY3" fmla="*/ 1699290 h 2105258"/>
                <a:gd name="csX4" fmla="*/ 2720549 w 3090320"/>
                <a:gd name="csY4" fmla="*/ 2098400 h 2105258"/>
                <a:gd name="csX5" fmla="*/ 1747689 w 3090320"/>
                <a:gd name="csY5" fmla="*/ 840662 h 2105258"/>
                <a:gd name="csX6" fmla="*/ 680496 w 3090320"/>
                <a:gd name="csY6" fmla="*/ 2100131 h 2105258"/>
                <a:gd name="csX0" fmla="*/ 680496 w 3403358"/>
                <a:gd name="csY0" fmla="*/ 2100131 h 2105258"/>
                <a:gd name="csX1" fmla="*/ 0 w 3403358"/>
                <a:gd name="csY1" fmla="*/ 2105258 h 2105258"/>
                <a:gd name="csX2" fmla="*/ 1780118 w 3403358"/>
                <a:gd name="csY2" fmla="*/ 0 h 2105258"/>
                <a:gd name="csX3" fmla="*/ 3403358 w 3403358"/>
                <a:gd name="csY3" fmla="*/ 2098825 h 2105258"/>
                <a:gd name="csX4" fmla="*/ 2720549 w 3403358"/>
                <a:gd name="csY4" fmla="*/ 2098400 h 2105258"/>
                <a:gd name="csX5" fmla="*/ 1747689 w 3403358"/>
                <a:gd name="csY5" fmla="*/ 840662 h 2105258"/>
                <a:gd name="csX6" fmla="*/ 680496 w 3403358"/>
                <a:gd name="csY6" fmla="*/ 2100131 h 2105258"/>
                <a:gd name="csX0" fmla="*/ 680496 w 3403358"/>
                <a:gd name="csY0" fmla="*/ 2100131 h 2105258"/>
                <a:gd name="csX1" fmla="*/ 0 w 3403358"/>
                <a:gd name="csY1" fmla="*/ 2105258 h 2105258"/>
                <a:gd name="csX2" fmla="*/ 1780118 w 3403358"/>
                <a:gd name="csY2" fmla="*/ 0 h 2105258"/>
                <a:gd name="csX3" fmla="*/ 3403358 w 3403358"/>
                <a:gd name="csY3" fmla="*/ 2098825 h 2105258"/>
                <a:gd name="csX4" fmla="*/ 2713292 w 3403358"/>
                <a:gd name="csY4" fmla="*/ 2093562 h 2105258"/>
                <a:gd name="csX5" fmla="*/ 1747689 w 3403358"/>
                <a:gd name="csY5" fmla="*/ 840662 h 2105258"/>
                <a:gd name="csX6" fmla="*/ 680496 w 3403358"/>
                <a:gd name="csY6" fmla="*/ 2100131 h 2105258"/>
                <a:gd name="csX0" fmla="*/ 680496 w 3403358"/>
                <a:gd name="csY0" fmla="*/ 2100131 h 2105258"/>
                <a:gd name="csX1" fmla="*/ 0 w 3403358"/>
                <a:gd name="csY1" fmla="*/ 2105258 h 2105258"/>
                <a:gd name="csX2" fmla="*/ 1780118 w 3403358"/>
                <a:gd name="csY2" fmla="*/ 0 h 2105258"/>
                <a:gd name="csX3" fmla="*/ 3403358 w 3403358"/>
                <a:gd name="csY3" fmla="*/ 2098825 h 2105258"/>
                <a:gd name="csX4" fmla="*/ 2715711 w 3403358"/>
                <a:gd name="csY4" fmla="*/ 2095981 h 2105258"/>
                <a:gd name="csX5" fmla="*/ 1747689 w 3403358"/>
                <a:gd name="csY5" fmla="*/ 840662 h 2105258"/>
                <a:gd name="csX6" fmla="*/ 680496 w 3403358"/>
                <a:gd name="csY6" fmla="*/ 2100131 h 2105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403358" h="2105258">
                  <a:moveTo>
                    <a:pt x="680496" y="2100131"/>
                  </a:moveTo>
                  <a:lnTo>
                    <a:pt x="0" y="2105258"/>
                  </a:lnTo>
                  <a:lnTo>
                    <a:pt x="1780118" y="0"/>
                  </a:lnTo>
                  <a:lnTo>
                    <a:pt x="3403358" y="2098825"/>
                  </a:lnTo>
                  <a:lnTo>
                    <a:pt x="2715711" y="2095981"/>
                  </a:lnTo>
                  <a:lnTo>
                    <a:pt x="1747689" y="840662"/>
                  </a:lnTo>
                  <a:lnTo>
                    <a:pt x="680496" y="2100131"/>
                  </a:lnTo>
                  <a:close/>
                </a:path>
              </a:pathLst>
            </a:custGeom>
            <a:gradFill flip="none" rotWithShape="1">
              <a:gsLst>
                <a:gs pos="65000">
                  <a:srgbClr val="D8A337">
                    <a:lumMod val="60000"/>
                    <a:lumOff val="40000"/>
                  </a:srgbClr>
                </a:gs>
                <a:gs pos="90000">
                  <a:srgbClr val="D8A337">
                    <a:lumMod val="20000"/>
                    <a:lumOff val="80000"/>
                  </a:srgbClr>
                </a:gs>
                <a:gs pos="25000">
                  <a:srgbClr val="D8A337">
                    <a:lumMod val="50000"/>
                  </a:srgbClr>
                </a:gs>
              </a:gsLst>
              <a:lin ang="189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DE3FCF-12BD-F5B0-C01A-E2952E7CED87}"/>
                </a:ext>
              </a:extLst>
            </p:cNvPr>
            <p:cNvSpPr txBox="1"/>
            <p:nvPr/>
          </p:nvSpPr>
          <p:spPr>
            <a:xfrm>
              <a:off x="7190271" y="3154117"/>
              <a:ext cx="3084145" cy="5497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 sz="1000" b="0">
                  <a:solidFill>
                    <a:srgbClr val="BCC3C3"/>
                  </a:solidFill>
                  <a:latin typeface="Montserrat"/>
                </a:defRPr>
              </a:pPr>
              <a:r>
                <a:rPr lang="en-US" sz="1050" b="1" spc="380" dirty="0">
                  <a:solidFill>
                    <a:srgbClr val="D8A337">
                      <a:lumMod val="75000"/>
                    </a:srgbClr>
                  </a:solidFill>
                  <a:latin typeface="Montserrat"/>
                </a:rPr>
                <a:t>UNCOVERING</a:t>
              </a:r>
              <a:r>
                <a:rPr lang="en-US" sz="1050" spc="380" dirty="0">
                  <a:solidFill>
                    <a:srgbClr val="3494BA">
                      <a:lumMod val="50000"/>
                    </a:srgbClr>
                  </a:solidFill>
                  <a:latin typeface="Montserrat"/>
                </a:rPr>
                <a:t> </a:t>
              </a:r>
              <a:r>
                <a:rPr lang="en-US" sz="1050" b="1" spc="380" dirty="0">
                  <a:solidFill>
                    <a:srgbClr val="3494BA">
                      <a:lumMod val="50000"/>
                    </a:srgbClr>
                  </a:solidFill>
                  <a:latin typeface="Montserrat"/>
                </a:rPr>
                <a:t>POTENTIAL</a:t>
              </a:r>
              <a:r>
                <a:rPr lang="en-US" sz="1050" spc="380" dirty="0">
                  <a:solidFill>
                    <a:srgbClr val="3494BA">
                      <a:lumMod val="50000"/>
                    </a:srgbClr>
                  </a:solidFill>
                  <a:latin typeface="Montserrat"/>
                </a:rPr>
                <a:t> </a:t>
              </a:r>
            </a:p>
            <a:p>
              <a:pPr>
                <a:lnSpc>
                  <a:spcPct val="150000"/>
                </a:lnSpc>
                <a:defRPr sz="1000" b="0">
                  <a:solidFill>
                    <a:srgbClr val="BCC3C3"/>
                  </a:solidFill>
                  <a:latin typeface="Montserrat"/>
                </a:defRPr>
              </a:pPr>
              <a:r>
                <a:rPr lang="en-US" sz="1050" b="1" spc="380" dirty="0">
                  <a:solidFill>
                    <a:srgbClr val="D8A337">
                      <a:lumMod val="75000"/>
                    </a:srgbClr>
                  </a:solidFill>
                  <a:latin typeface="Montserrat"/>
                </a:rPr>
                <a:t>DRIVING</a:t>
              </a:r>
              <a:r>
                <a:rPr lang="en-US" sz="1050" spc="380" dirty="0">
                  <a:solidFill>
                    <a:srgbClr val="3494BA">
                      <a:lumMod val="50000"/>
                    </a:srgbClr>
                  </a:solidFill>
                  <a:latin typeface="Montserrat"/>
                </a:rPr>
                <a:t> </a:t>
              </a:r>
              <a:r>
                <a:rPr lang="en-US" sz="1050" b="1" spc="380" dirty="0">
                  <a:solidFill>
                    <a:srgbClr val="3494BA">
                      <a:lumMod val="50000"/>
                    </a:srgbClr>
                  </a:solidFill>
                  <a:latin typeface="Montserrat"/>
                </a:rPr>
                <a:t>PROGRESS</a:t>
              </a:r>
              <a:endParaRPr sz="1050" b="1" spc="380" dirty="0">
                <a:solidFill>
                  <a:srgbClr val="3494BA">
                    <a:lumMod val="50000"/>
                  </a:srgbClr>
                </a:solidFill>
                <a:latin typeface="Montserra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08294EC-F9F2-5F5F-AE04-AFDA8134C231}"/>
                </a:ext>
              </a:extLst>
            </p:cNvPr>
            <p:cNvSpPr txBox="1"/>
            <p:nvPr/>
          </p:nvSpPr>
          <p:spPr>
            <a:xfrm>
              <a:off x="7190271" y="541910"/>
              <a:ext cx="3186318" cy="2277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4400" b="1" spc="350" dirty="0">
                  <a:solidFill>
                    <a:srgbClr val="3494BA">
                      <a:lumMod val="50000"/>
                    </a:srgbClr>
                  </a:solidFill>
                  <a:latin typeface="Montserrat" panose="00000500000000000000" pitchFamily="2" charset="0"/>
                </a:rPr>
                <a:t>Mining </a:t>
              </a:r>
            </a:p>
            <a:p>
              <a:pPr>
                <a:spcBef>
                  <a:spcPts val="600"/>
                </a:spcBef>
              </a:pPr>
              <a:r>
                <a:rPr lang="en-US" sz="4400" b="1" spc="350" dirty="0">
                  <a:solidFill>
                    <a:srgbClr val="3494BA">
                      <a:lumMod val="50000"/>
                    </a:srgbClr>
                  </a:solidFill>
                  <a:latin typeface="Montserrat" panose="00000500000000000000" pitchFamily="2" charset="0"/>
                </a:rPr>
                <a:t>Services </a:t>
              </a:r>
            </a:p>
            <a:p>
              <a:pPr>
                <a:spcBef>
                  <a:spcPts val="600"/>
                </a:spcBef>
              </a:pPr>
              <a:r>
                <a:rPr lang="en-US" sz="4400" b="1" spc="350" dirty="0">
                  <a:solidFill>
                    <a:srgbClr val="3494BA">
                      <a:lumMod val="50000"/>
                    </a:srgbClr>
                  </a:solidFill>
                  <a:latin typeface="Montserrat" panose="00000500000000000000" pitchFamily="2" charset="0"/>
                </a:rPr>
                <a:t>Vietnam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43F819D-07AC-0705-4901-6A2EB0F5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93" y="4609527"/>
            <a:ext cx="4963797" cy="18516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AFF476-3703-9B13-672C-1D8E16375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098" y="4832852"/>
            <a:ext cx="3633295" cy="135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20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9AB4-AD55-6200-F213-CBC906F15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58163292-9A74-AA23-3358-2180772FA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3AB578-AD4C-FC9B-4FF6-DD05BBA67330}"/>
              </a:ext>
            </a:extLst>
          </p:cNvPr>
          <p:cNvSpPr txBox="1"/>
          <p:nvPr/>
        </p:nvSpPr>
        <p:spPr>
          <a:xfrm>
            <a:off x="832614" y="2623947"/>
            <a:ext cx="55568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BCC3C3"/>
                </a:solidFill>
                <a:latin typeface="Montserrat"/>
              </a:defRPr>
            </a:pP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D8A337">
                    <a:lumMod val="75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UNCOVERING</a:t>
            </a:r>
            <a:r>
              <a:rPr kumimoji="0" lang="en-US" sz="1050" b="0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POTENTIAL</a:t>
            </a:r>
            <a:r>
              <a:rPr kumimoji="0" lang="en-US" sz="1050" b="0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, </a:t>
            </a: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D8A337">
                    <a:lumMod val="75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DRIVING</a:t>
            </a:r>
            <a:r>
              <a:rPr kumimoji="0" lang="en-US" sz="1050" b="0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PROGRESS</a:t>
            </a:r>
            <a:endParaRPr kumimoji="0" sz="1050" b="1" i="0" u="none" strike="noStrike" kern="1200" cap="none" spc="380" normalizeH="0" baseline="0" noProof="0" dirty="0">
              <a:ln>
                <a:noFill/>
              </a:ln>
              <a:solidFill>
                <a:srgbClr val="3494BA">
                  <a:lumMod val="50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893123-E03F-BC1B-0847-50F61DCA89F7}"/>
              </a:ext>
            </a:extLst>
          </p:cNvPr>
          <p:cNvSpPr txBox="1"/>
          <p:nvPr/>
        </p:nvSpPr>
        <p:spPr>
          <a:xfrm>
            <a:off x="959250" y="969574"/>
            <a:ext cx="6112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35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Mining Services Vietnam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B7E65-87D8-9893-3252-0D2F287EFF7D}"/>
              </a:ext>
            </a:extLst>
          </p:cNvPr>
          <p:cNvSpPr txBox="1"/>
          <p:nvPr/>
        </p:nvSpPr>
        <p:spPr>
          <a:xfrm>
            <a:off x="205484" y="181366"/>
            <a:ext cx="1839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162F1-5F8B-FB77-32E9-685C330D98CC}"/>
              </a:ext>
            </a:extLst>
          </p:cNvPr>
          <p:cNvSpPr txBox="1"/>
          <p:nvPr/>
        </p:nvSpPr>
        <p:spPr>
          <a:xfrm>
            <a:off x="8460743" y="809038"/>
            <a:ext cx="318631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4400" b="1" spc="350" dirty="0">
                <a:solidFill>
                  <a:srgbClr val="3494BA">
                    <a:lumMod val="50000"/>
                  </a:srgbClr>
                </a:solidFill>
                <a:latin typeface="Montserrat" panose="00000500000000000000" pitchFamily="2" charset="0"/>
              </a:rPr>
              <a:t>Mining </a:t>
            </a:r>
          </a:p>
          <a:p>
            <a:pPr>
              <a:spcBef>
                <a:spcPts val="600"/>
              </a:spcBef>
            </a:pPr>
            <a:r>
              <a:rPr lang="en-US" sz="4400" b="1" spc="350" dirty="0">
                <a:solidFill>
                  <a:srgbClr val="3494BA">
                    <a:lumMod val="50000"/>
                  </a:srgbClr>
                </a:solidFill>
                <a:latin typeface="Montserrat" panose="00000500000000000000" pitchFamily="2" charset="0"/>
              </a:rPr>
              <a:t>Services </a:t>
            </a:r>
          </a:p>
          <a:p>
            <a:pPr>
              <a:spcBef>
                <a:spcPts val="600"/>
              </a:spcBef>
            </a:pPr>
            <a:r>
              <a:rPr lang="en-US" sz="4400" b="1" spc="350" dirty="0">
                <a:solidFill>
                  <a:srgbClr val="3494BA">
                    <a:lumMod val="50000"/>
                  </a:srgbClr>
                </a:solidFill>
                <a:latin typeface="Montserrat" panose="00000500000000000000" pitchFamily="2" charset="0"/>
              </a:rPr>
              <a:t>Vietnam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A390A-44B5-8F6A-477F-1C5B37C8826B}"/>
              </a:ext>
            </a:extLst>
          </p:cNvPr>
          <p:cNvSpPr txBox="1"/>
          <p:nvPr/>
        </p:nvSpPr>
        <p:spPr>
          <a:xfrm>
            <a:off x="959250" y="3980138"/>
            <a:ext cx="314013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BCC3C3"/>
                </a:solidFill>
                <a:latin typeface="Montserrat"/>
              </a:defRPr>
            </a:pP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D8A337">
                    <a:lumMod val="75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UNCOVERING</a:t>
            </a:r>
            <a:r>
              <a:rPr kumimoji="0" lang="en-US" sz="1050" b="0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POTENTIAL</a:t>
            </a:r>
            <a:r>
              <a:rPr kumimoji="0" lang="en-US" sz="1050" b="0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BCC3C3"/>
                </a:solidFill>
                <a:latin typeface="Montserrat"/>
              </a:defRPr>
            </a:pPr>
            <a:endParaRPr lang="en-US" sz="1050" spc="380" dirty="0">
              <a:solidFill>
                <a:srgbClr val="3494BA">
                  <a:lumMod val="50000"/>
                </a:srgbClr>
              </a:solidFill>
              <a:latin typeface="Montserrat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BCC3C3"/>
                </a:solidFill>
                <a:latin typeface="Montserrat"/>
              </a:defRPr>
            </a:pP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D8A337">
                    <a:lumMod val="75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DRIVING</a:t>
            </a:r>
            <a:r>
              <a:rPr kumimoji="0" lang="en-US" sz="1050" b="0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en-US" sz="1050" b="1" i="0" u="none" strike="noStrike" kern="1200" cap="none" spc="380" normalizeH="0" baseline="0" noProof="0" dirty="0">
                <a:ln>
                  <a:noFill/>
                </a:ln>
                <a:solidFill>
                  <a:srgbClr val="3494BA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PROGRESS</a:t>
            </a:r>
            <a:endParaRPr kumimoji="0" sz="1050" b="1" i="0" u="none" strike="noStrike" kern="1200" cap="none" spc="380" normalizeH="0" baseline="0" noProof="0" dirty="0">
              <a:ln>
                <a:noFill/>
              </a:ln>
              <a:solidFill>
                <a:srgbClr val="3494BA">
                  <a:lumMod val="50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6714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681FD4F-B3B4-1376-34A1-97854FCEA814}"/>
              </a:ext>
            </a:extLst>
          </p:cNvPr>
          <p:cNvGrpSpPr/>
          <p:nvPr/>
        </p:nvGrpSpPr>
        <p:grpSpPr>
          <a:xfrm>
            <a:off x="2819178" y="1829542"/>
            <a:ext cx="5556841" cy="3011067"/>
            <a:chOff x="616862" y="1470727"/>
            <a:chExt cx="5556841" cy="3011067"/>
          </a:xfrm>
        </p:grpSpPr>
        <p:sp>
          <p:nvSpPr>
            <p:cNvPr id="5" name="Freeform 1">
              <a:extLst>
                <a:ext uri="{FF2B5EF4-FFF2-40B4-BE49-F238E27FC236}">
                  <a16:creationId xmlns:a16="http://schemas.microsoft.com/office/drawing/2014/main" id="{AF1DA4D9-93DA-94A1-9124-30234DE33643}"/>
                </a:ext>
              </a:extLst>
            </p:cNvPr>
            <p:cNvSpPr/>
            <p:nvPr/>
          </p:nvSpPr>
          <p:spPr>
            <a:xfrm>
              <a:off x="616862" y="1470727"/>
              <a:ext cx="3505531" cy="3011067"/>
            </a:xfrm>
            <a:custGeom>
              <a:avLst/>
              <a:gdLst>
                <a:gd name="csX0" fmla="*/ 148307 w 3235277"/>
                <a:gd name="csY0" fmla="*/ 2283537 h 2339635"/>
                <a:gd name="csX1" fmla="*/ 0 w 3235277"/>
                <a:gd name="csY1" fmla="*/ 2275661 h 2339635"/>
                <a:gd name="csX2" fmla="*/ 2476723 w 3235277"/>
                <a:gd name="csY2" fmla="*/ 0 h 2339635"/>
                <a:gd name="csX3" fmla="*/ 3235277 w 3235277"/>
                <a:gd name="csY3" fmla="*/ 923059 h 2339635"/>
                <a:gd name="csX4" fmla="*/ 3235277 w 3235277"/>
                <a:gd name="csY4" fmla="*/ 1014451 h 2339635"/>
                <a:gd name="csX5" fmla="*/ 2915405 w 3235277"/>
                <a:gd name="csY5" fmla="*/ 1334323 h 2339635"/>
                <a:gd name="csX6" fmla="*/ 2449306 w 3235277"/>
                <a:gd name="csY6" fmla="*/ 886502 h 2339635"/>
                <a:gd name="csX7" fmla="*/ 2403610 w 3235277"/>
                <a:gd name="csY7" fmla="*/ 1919232 h 2339635"/>
                <a:gd name="csX8" fmla="*/ 1855257 w 3235277"/>
                <a:gd name="csY8" fmla="*/ 1316045 h 2339635"/>
                <a:gd name="csX9" fmla="*/ 776832 w 3235277"/>
                <a:gd name="csY9" fmla="*/ 2303078 h 2339635"/>
                <a:gd name="csX10" fmla="*/ 137088 w 3235277"/>
                <a:gd name="csY10" fmla="*/ 2339635 h 2339635"/>
                <a:gd name="csX11" fmla="*/ 148307 w 3235277"/>
                <a:gd name="csY11" fmla="*/ 2283537 h 2339635"/>
                <a:gd name="csX0" fmla="*/ 148307 w 3235277"/>
                <a:gd name="csY0" fmla="*/ 2283537 h 2303078"/>
                <a:gd name="csX1" fmla="*/ 0 w 3235277"/>
                <a:gd name="csY1" fmla="*/ 2275661 h 2303078"/>
                <a:gd name="csX2" fmla="*/ 2476723 w 3235277"/>
                <a:gd name="csY2" fmla="*/ 0 h 2303078"/>
                <a:gd name="csX3" fmla="*/ 3235277 w 3235277"/>
                <a:gd name="csY3" fmla="*/ 923059 h 2303078"/>
                <a:gd name="csX4" fmla="*/ 3235277 w 3235277"/>
                <a:gd name="csY4" fmla="*/ 1014451 h 2303078"/>
                <a:gd name="csX5" fmla="*/ 2915405 w 3235277"/>
                <a:gd name="csY5" fmla="*/ 1334323 h 2303078"/>
                <a:gd name="csX6" fmla="*/ 2449306 w 3235277"/>
                <a:gd name="csY6" fmla="*/ 886502 h 2303078"/>
                <a:gd name="csX7" fmla="*/ 2403610 w 3235277"/>
                <a:gd name="csY7" fmla="*/ 1919232 h 2303078"/>
                <a:gd name="csX8" fmla="*/ 1855257 w 3235277"/>
                <a:gd name="csY8" fmla="*/ 1316045 h 2303078"/>
                <a:gd name="csX9" fmla="*/ 776832 w 3235277"/>
                <a:gd name="csY9" fmla="*/ 2303078 h 2303078"/>
                <a:gd name="csX10" fmla="*/ 789095 w 3235277"/>
                <a:gd name="csY10" fmla="*/ 2272049 h 2303078"/>
                <a:gd name="csX11" fmla="*/ 148307 w 3235277"/>
                <a:gd name="csY11" fmla="*/ 2283537 h 2303078"/>
                <a:gd name="csX0" fmla="*/ 199991 w 3235277"/>
                <a:gd name="csY0" fmla="*/ 2279562 h 2303078"/>
                <a:gd name="csX1" fmla="*/ 0 w 3235277"/>
                <a:gd name="csY1" fmla="*/ 2275661 h 2303078"/>
                <a:gd name="csX2" fmla="*/ 2476723 w 3235277"/>
                <a:gd name="csY2" fmla="*/ 0 h 2303078"/>
                <a:gd name="csX3" fmla="*/ 3235277 w 3235277"/>
                <a:gd name="csY3" fmla="*/ 923059 h 2303078"/>
                <a:gd name="csX4" fmla="*/ 3235277 w 3235277"/>
                <a:gd name="csY4" fmla="*/ 1014451 h 2303078"/>
                <a:gd name="csX5" fmla="*/ 2915405 w 3235277"/>
                <a:gd name="csY5" fmla="*/ 1334323 h 2303078"/>
                <a:gd name="csX6" fmla="*/ 2449306 w 3235277"/>
                <a:gd name="csY6" fmla="*/ 886502 h 2303078"/>
                <a:gd name="csX7" fmla="*/ 2403610 w 3235277"/>
                <a:gd name="csY7" fmla="*/ 1919232 h 2303078"/>
                <a:gd name="csX8" fmla="*/ 1855257 w 3235277"/>
                <a:gd name="csY8" fmla="*/ 1316045 h 2303078"/>
                <a:gd name="csX9" fmla="*/ 776832 w 3235277"/>
                <a:gd name="csY9" fmla="*/ 2303078 h 2303078"/>
                <a:gd name="csX10" fmla="*/ 789095 w 3235277"/>
                <a:gd name="csY10" fmla="*/ 2272049 h 2303078"/>
                <a:gd name="csX11" fmla="*/ 199991 w 3235277"/>
                <a:gd name="csY11" fmla="*/ 2279562 h 2303078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35277 w 3235277"/>
                <a:gd name="csY4" fmla="*/ 1014451 h 2279562"/>
                <a:gd name="csX5" fmla="*/ 2915405 w 3235277"/>
                <a:gd name="csY5" fmla="*/ 1334323 h 2279562"/>
                <a:gd name="csX6" fmla="*/ 2449306 w 3235277"/>
                <a:gd name="csY6" fmla="*/ 886502 h 2279562"/>
                <a:gd name="csX7" fmla="*/ 2403610 w 3235277"/>
                <a:gd name="csY7" fmla="*/ 1919232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79009"/>
                <a:gd name="csY0" fmla="*/ 2279562 h 2279562"/>
                <a:gd name="csX1" fmla="*/ 0 w 3279009"/>
                <a:gd name="csY1" fmla="*/ 2275661 h 2279562"/>
                <a:gd name="csX2" fmla="*/ 2476723 w 3279009"/>
                <a:gd name="csY2" fmla="*/ 0 h 2279562"/>
                <a:gd name="csX3" fmla="*/ 3235277 w 3279009"/>
                <a:gd name="csY3" fmla="*/ 923059 h 2279562"/>
                <a:gd name="csX4" fmla="*/ 3279009 w 3279009"/>
                <a:gd name="csY4" fmla="*/ 970719 h 2279562"/>
                <a:gd name="csX5" fmla="*/ 2915405 w 3279009"/>
                <a:gd name="csY5" fmla="*/ 1334323 h 2279562"/>
                <a:gd name="csX6" fmla="*/ 2449306 w 3279009"/>
                <a:gd name="csY6" fmla="*/ 886502 h 2279562"/>
                <a:gd name="csX7" fmla="*/ 2403610 w 3279009"/>
                <a:gd name="csY7" fmla="*/ 1919232 h 2279562"/>
                <a:gd name="csX8" fmla="*/ 1855257 w 3279009"/>
                <a:gd name="csY8" fmla="*/ 1316045 h 2279562"/>
                <a:gd name="csX9" fmla="*/ 995493 w 3279009"/>
                <a:gd name="csY9" fmla="*/ 2112246 h 2279562"/>
                <a:gd name="csX10" fmla="*/ 789095 w 3279009"/>
                <a:gd name="csY10" fmla="*/ 2272049 h 2279562"/>
                <a:gd name="csX11" fmla="*/ 199991 w 3279009"/>
                <a:gd name="csY11" fmla="*/ 2279562 h 2279562"/>
                <a:gd name="csX0" fmla="*/ 199991 w 3279009"/>
                <a:gd name="csY0" fmla="*/ 2279562 h 2279562"/>
                <a:gd name="csX1" fmla="*/ 0 w 3279009"/>
                <a:gd name="csY1" fmla="*/ 2275661 h 2279562"/>
                <a:gd name="csX2" fmla="*/ 2476723 w 3279009"/>
                <a:gd name="csY2" fmla="*/ 0 h 2279562"/>
                <a:gd name="csX3" fmla="*/ 3235277 w 3279009"/>
                <a:gd name="csY3" fmla="*/ 923059 h 2279562"/>
                <a:gd name="csX4" fmla="*/ 3279009 w 3279009"/>
                <a:gd name="csY4" fmla="*/ 970719 h 2279562"/>
                <a:gd name="csX5" fmla="*/ 2895527 w 3279009"/>
                <a:gd name="csY5" fmla="*/ 1302518 h 2279562"/>
                <a:gd name="csX6" fmla="*/ 2449306 w 3279009"/>
                <a:gd name="csY6" fmla="*/ 886502 h 2279562"/>
                <a:gd name="csX7" fmla="*/ 2403610 w 3279009"/>
                <a:gd name="csY7" fmla="*/ 1919232 h 2279562"/>
                <a:gd name="csX8" fmla="*/ 1855257 w 3279009"/>
                <a:gd name="csY8" fmla="*/ 1316045 h 2279562"/>
                <a:gd name="csX9" fmla="*/ 995493 w 3279009"/>
                <a:gd name="csY9" fmla="*/ 2112246 h 2279562"/>
                <a:gd name="csX10" fmla="*/ 789095 w 3279009"/>
                <a:gd name="csY10" fmla="*/ 2272049 h 2279562"/>
                <a:gd name="csX11" fmla="*/ 199991 w 3279009"/>
                <a:gd name="csY11" fmla="*/ 2279562 h 2279562"/>
                <a:gd name="csX0" fmla="*/ 199991 w 3279009"/>
                <a:gd name="csY0" fmla="*/ 2279562 h 2279562"/>
                <a:gd name="csX1" fmla="*/ 0 w 3279009"/>
                <a:gd name="csY1" fmla="*/ 2275661 h 2279562"/>
                <a:gd name="csX2" fmla="*/ 2476723 w 3279009"/>
                <a:gd name="csY2" fmla="*/ 0 h 2279562"/>
                <a:gd name="csX3" fmla="*/ 3235277 w 3279009"/>
                <a:gd name="csY3" fmla="*/ 923059 h 2279562"/>
                <a:gd name="csX4" fmla="*/ 3279009 w 3279009"/>
                <a:gd name="csY4" fmla="*/ 970719 h 2279562"/>
                <a:gd name="csX5" fmla="*/ 2867698 w 3279009"/>
                <a:gd name="csY5" fmla="*/ 1282639 h 2279562"/>
                <a:gd name="csX6" fmla="*/ 2449306 w 3279009"/>
                <a:gd name="csY6" fmla="*/ 886502 h 2279562"/>
                <a:gd name="csX7" fmla="*/ 2403610 w 3279009"/>
                <a:gd name="csY7" fmla="*/ 1919232 h 2279562"/>
                <a:gd name="csX8" fmla="*/ 1855257 w 3279009"/>
                <a:gd name="csY8" fmla="*/ 1316045 h 2279562"/>
                <a:gd name="csX9" fmla="*/ 995493 w 3279009"/>
                <a:gd name="csY9" fmla="*/ 2112246 h 2279562"/>
                <a:gd name="csX10" fmla="*/ 789095 w 3279009"/>
                <a:gd name="csY10" fmla="*/ 2272049 h 2279562"/>
                <a:gd name="csX11" fmla="*/ 199991 w 3279009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27326 w 3235277"/>
                <a:gd name="csY4" fmla="*/ 926986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403610 w 3235277"/>
                <a:gd name="csY7" fmla="*/ 1919232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27326 w 3235277"/>
                <a:gd name="csY4" fmla="*/ 926986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363853 w 3235277"/>
                <a:gd name="csY7" fmla="*/ 1863573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227326 w 3235277"/>
                <a:gd name="csY4" fmla="*/ 926986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359877 w 3235277"/>
                <a:gd name="csY7" fmla="*/ 1839719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235277"/>
                <a:gd name="csY0" fmla="*/ 2279562 h 2279562"/>
                <a:gd name="csX1" fmla="*/ 0 w 3235277"/>
                <a:gd name="csY1" fmla="*/ 2275661 h 2279562"/>
                <a:gd name="csX2" fmla="*/ 2476723 w 3235277"/>
                <a:gd name="csY2" fmla="*/ 0 h 2279562"/>
                <a:gd name="csX3" fmla="*/ 3235277 w 3235277"/>
                <a:gd name="csY3" fmla="*/ 923059 h 2279562"/>
                <a:gd name="csX4" fmla="*/ 3184960 w 3235277"/>
                <a:gd name="csY4" fmla="*/ 881089 h 2279562"/>
                <a:gd name="csX5" fmla="*/ 2867698 w 3235277"/>
                <a:gd name="csY5" fmla="*/ 1282639 h 2279562"/>
                <a:gd name="csX6" fmla="*/ 2449306 w 3235277"/>
                <a:gd name="csY6" fmla="*/ 886502 h 2279562"/>
                <a:gd name="csX7" fmla="*/ 2359877 w 3235277"/>
                <a:gd name="csY7" fmla="*/ 1839719 h 2279562"/>
                <a:gd name="csX8" fmla="*/ 1855257 w 3235277"/>
                <a:gd name="csY8" fmla="*/ 1316045 h 2279562"/>
                <a:gd name="csX9" fmla="*/ 995493 w 3235277"/>
                <a:gd name="csY9" fmla="*/ 2112246 h 2279562"/>
                <a:gd name="csX10" fmla="*/ 789095 w 3235277"/>
                <a:gd name="csY10" fmla="*/ 2272049 h 2279562"/>
                <a:gd name="csX11" fmla="*/ 199991 w 3235277"/>
                <a:gd name="csY11" fmla="*/ 2279562 h 2279562"/>
                <a:gd name="csX0" fmla="*/ 199991 w 3184960"/>
                <a:gd name="csY0" fmla="*/ 2279562 h 2279562"/>
                <a:gd name="csX1" fmla="*/ 0 w 3184960"/>
                <a:gd name="csY1" fmla="*/ 2275661 h 2279562"/>
                <a:gd name="csX2" fmla="*/ 2476723 w 3184960"/>
                <a:gd name="csY2" fmla="*/ 0 h 2279562"/>
                <a:gd name="csX3" fmla="*/ 3175259 w 3184960"/>
                <a:gd name="csY3" fmla="*/ 859510 h 2279562"/>
                <a:gd name="csX4" fmla="*/ 3184960 w 3184960"/>
                <a:gd name="csY4" fmla="*/ 881089 h 2279562"/>
                <a:gd name="csX5" fmla="*/ 2867698 w 3184960"/>
                <a:gd name="csY5" fmla="*/ 1282639 h 2279562"/>
                <a:gd name="csX6" fmla="*/ 2449306 w 3184960"/>
                <a:gd name="csY6" fmla="*/ 886502 h 2279562"/>
                <a:gd name="csX7" fmla="*/ 2359877 w 3184960"/>
                <a:gd name="csY7" fmla="*/ 1839719 h 2279562"/>
                <a:gd name="csX8" fmla="*/ 1855257 w 3184960"/>
                <a:gd name="csY8" fmla="*/ 1316045 h 2279562"/>
                <a:gd name="csX9" fmla="*/ 995493 w 3184960"/>
                <a:gd name="csY9" fmla="*/ 2112246 h 2279562"/>
                <a:gd name="csX10" fmla="*/ 789095 w 3184960"/>
                <a:gd name="csY10" fmla="*/ 2272049 h 2279562"/>
                <a:gd name="csX11" fmla="*/ 199991 w 3184960"/>
                <a:gd name="csY11" fmla="*/ 2279562 h 2279562"/>
                <a:gd name="csX0" fmla="*/ 199991 w 3184960"/>
                <a:gd name="csY0" fmla="*/ 2279562 h 2279562"/>
                <a:gd name="csX1" fmla="*/ 0 w 3184960"/>
                <a:gd name="csY1" fmla="*/ 2275661 h 2279562"/>
                <a:gd name="csX2" fmla="*/ 2476723 w 3184960"/>
                <a:gd name="csY2" fmla="*/ 0 h 2279562"/>
                <a:gd name="csX3" fmla="*/ 3175259 w 3184960"/>
                <a:gd name="csY3" fmla="*/ 859510 h 2279562"/>
                <a:gd name="csX4" fmla="*/ 3184960 w 3184960"/>
                <a:gd name="csY4" fmla="*/ 881089 h 2279562"/>
                <a:gd name="csX5" fmla="*/ 2857106 w 3184960"/>
                <a:gd name="csY5" fmla="*/ 1275578 h 2279562"/>
                <a:gd name="csX6" fmla="*/ 2449306 w 3184960"/>
                <a:gd name="csY6" fmla="*/ 886502 h 2279562"/>
                <a:gd name="csX7" fmla="*/ 2359877 w 3184960"/>
                <a:gd name="csY7" fmla="*/ 1839719 h 2279562"/>
                <a:gd name="csX8" fmla="*/ 1855257 w 3184960"/>
                <a:gd name="csY8" fmla="*/ 1316045 h 2279562"/>
                <a:gd name="csX9" fmla="*/ 995493 w 3184960"/>
                <a:gd name="csY9" fmla="*/ 2112246 h 2279562"/>
                <a:gd name="csX10" fmla="*/ 789095 w 3184960"/>
                <a:gd name="csY10" fmla="*/ 2272049 h 2279562"/>
                <a:gd name="csX11" fmla="*/ 199991 w 3184960"/>
                <a:gd name="csY11" fmla="*/ 2279562 h 2279562"/>
                <a:gd name="csX0" fmla="*/ 199991 w 3207034"/>
                <a:gd name="csY0" fmla="*/ 2279562 h 2279562"/>
                <a:gd name="csX1" fmla="*/ 0 w 3207034"/>
                <a:gd name="csY1" fmla="*/ 2275661 h 2279562"/>
                <a:gd name="csX2" fmla="*/ 2476723 w 3207034"/>
                <a:gd name="csY2" fmla="*/ 0 h 2279562"/>
                <a:gd name="csX3" fmla="*/ 3207034 w 3207034"/>
                <a:gd name="csY3" fmla="*/ 859510 h 2279562"/>
                <a:gd name="csX4" fmla="*/ 3184960 w 3207034"/>
                <a:gd name="csY4" fmla="*/ 881089 h 2279562"/>
                <a:gd name="csX5" fmla="*/ 2857106 w 3207034"/>
                <a:gd name="csY5" fmla="*/ 1275578 h 2279562"/>
                <a:gd name="csX6" fmla="*/ 2449306 w 3207034"/>
                <a:gd name="csY6" fmla="*/ 886502 h 2279562"/>
                <a:gd name="csX7" fmla="*/ 2359877 w 3207034"/>
                <a:gd name="csY7" fmla="*/ 1839719 h 2279562"/>
                <a:gd name="csX8" fmla="*/ 1855257 w 3207034"/>
                <a:gd name="csY8" fmla="*/ 1316045 h 2279562"/>
                <a:gd name="csX9" fmla="*/ 995493 w 3207034"/>
                <a:gd name="csY9" fmla="*/ 2112246 h 2279562"/>
                <a:gd name="csX10" fmla="*/ 789095 w 3207034"/>
                <a:gd name="csY10" fmla="*/ 2272049 h 2279562"/>
                <a:gd name="csX11" fmla="*/ 199991 w 3207034"/>
                <a:gd name="csY11" fmla="*/ 2279562 h 2279562"/>
                <a:gd name="csX0" fmla="*/ 199991 w 3207034"/>
                <a:gd name="csY0" fmla="*/ 2279562 h 2279562"/>
                <a:gd name="csX1" fmla="*/ 0 w 3207034"/>
                <a:gd name="csY1" fmla="*/ 2275661 h 2279562"/>
                <a:gd name="csX2" fmla="*/ 2476723 w 3207034"/>
                <a:gd name="csY2" fmla="*/ 0 h 2279562"/>
                <a:gd name="csX3" fmla="*/ 3207034 w 3207034"/>
                <a:gd name="csY3" fmla="*/ 859510 h 2279562"/>
                <a:gd name="csX4" fmla="*/ 3206143 w 3207034"/>
                <a:gd name="csY4" fmla="*/ 866967 h 2279562"/>
                <a:gd name="csX5" fmla="*/ 2857106 w 3207034"/>
                <a:gd name="csY5" fmla="*/ 1275578 h 2279562"/>
                <a:gd name="csX6" fmla="*/ 2449306 w 3207034"/>
                <a:gd name="csY6" fmla="*/ 886502 h 2279562"/>
                <a:gd name="csX7" fmla="*/ 2359877 w 3207034"/>
                <a:gd name="csY7" fmla="*/ 1839719 h 2279562"/>
                <a:gd name="csX8" fmla="*/ 1855257 w 3207034"/>
                <a:gd name="csY8" fmla="*/ 1316045 h 2279562"/>
                <a:gd name="csX9" fmla="*/ 995493 w 3207034"/>
                <a:gd name="csY9" fmla="*/ 2112246 h 2279562"/>
                <a:gd name="csX10" fmla="*/ 789095 w 3207034"/>
                <a:gd name="csY10" fmla="*/ 2272049 h 2279562"/>
                <a:gd name="csX11" fmla="*/ 199991 w 3207034"/>
                <a:gd name="csY11" fmla="*/ 2279562 h 2279562"/>
                <a:gd name="csX0" fmla="*/ 199991 w 3207034"/>
                <a:gd name="csY0" fmla="*/ 2279562 h 2279562"/>
                <a:gd name="csX1" fmla="*/ 0 w 3207034"/>
                <a:gd name="csY1" fmla="*/ 2275661 h 2279562"/>
                <a:gd name="csX2" fmla="*/ 2476723 w 3207034"/>
                <a:gd name="csY2" fmla="*/ 0 h 2279562"/>
                <a:gd name="csX3" fmla="*/ 3207034 w 3207034"/>
                <a:gd name="csY3" fmla="*/ 859510 h 2279562"/>
                <a:gd name="csX4" fmla="*/ 3146124 w 3207034"/>
                <a:gd name="csY4" fmla="*/ 923455 h 2279562"/>
                <a:gd name="csX5" fmla="*/ 2857106 w 3207034"/>
                <a:gd name="csY5" fmla="*/ 1275578 h 2279562"/>
                <a:gd name="csX6" fmla="*/ 2449306 w 3207034"/>
                <a:gd name="csY6" fmla="*/ 886502 h 2279562"/>
                <a:gd name="csX7" fmla="*/ 2359877 w 3207034"/>
                <a:gd name="csY7" fmla="*/ 1839719 h 2279562"/>
                <a:gd name="csX8" fmla="*/ 1855257 w 3207034"/>
                <a:gd name="csY8" fmla="*/ 1316045 h 2279562"/>
                <a:gd name="csX9" fmla="*/ 995493 w 3207034"/>
                <a:gd name="csY9" fmla="*/ 2112246 h 2279562"/>
                <a:gd name="csX10" fmla="*/ 789095 w 3207034"/>
                <a:gd name="csY10" fmla="*/ 2272049 h 2279562"/>
                <a:gd name="csX11" fmla="*/ 199991 w 3207034"/>
                <a:gd name="csY11" fmla="*/ 2279562 h 2279562"/>
                <a:gd name="csX0" fmla="*/ 199991 w 3224686"/>
                <a:gd name="csY0" fmla="*/ 2279562 h 2279562"/>
                <a:gd name="csX1" fmla="*/ 0 w 3224686"/>
                <a:gd name="csY1" fmla="*/ 2275661 h 2279562"/>
                <a:gd name="csX2" fmla="*/ 2476723 w 3224686"/>
                <a:gd name="csY2" fmla="*/ 0 h 2279562"/>
                <a:gd name="csX3" fmla="*/ 3224686 w 3224686"/>
                <a:gd name="csY3" fmla="*/ 841858 h 2279562"/>
                <a:gd name="csX4" fmla="*/ 3146124 w 3224686"/>
                <a:gd name="csY4" fmla="*/ 923455 h 2279562"/>
                <a:gd name="csX5" fmla="*/ 2857106 w 3224686"/>
                <a:gd name="csY5" fmla="*/ 1275578 h 2279562"/>
                <a:gd name="csX6" fmla="*/ 2449306 w 3224686"/>
                <a:gd name="csY6" fmla="*/ 886502 h 2279562"/>
                <a:gd name="csX7" fmla="*/ 2359877 w 3224686"/>
                <a:gd name="csY7" fmla="*/ 1839719 h 2279562"/>
                <a:gd name="csX8" fmla="*/ 1855257 w 3224686"/>
                <a:gd name="csY8" fmla="*/ 1316045 h 2279562"/>
                <a:gd name="csX9" fmla="*/ 995493 w 3224686"/>
                <a:gd name="csY9" fmla="*/ 2112246 h 2279562"/>
                <a:gd name="csX10" fmla="*/ 789095 w 3224686"/>
                <a:gd name="csY10" fmla="*/ 2272049 h 2279562"/>
                <a:gd name="csX11" fmla="*/ 199991 w 3224686"/>
                <a:gd name="csY11" fmla="*/ 2279562 h 2279562"/>
                <a:gd name="csX0" fmla="*/ 199991 w 3181349"/>
                <a:gd name="csY0" fmla="*/ 2279562 h 2279562"/>
                <a:gd name="csX1" fmla="*/ 0 w 3181349"/>
                <a:gd name="csY1" fmla="*/ 2275661 h 2279562"/>
                <a:gd name="csX2" fmla="*/ 2476723 w 3181349"/>
                <a:gd name="csY2" fmla="*/ 0 h 2279562"/>
                <a:gd name="csX3" fmla="*/ 3181349 w 3181349"/>
                <a:gd name="csY3" fmla="*/ 911196 h 2279562"/>
                <a:gd name="csX4" fmla="*/ 3146124 w 3181349"/>
                <a:gd name="csY4" fmla="*/ 923455 h 2279562"/>
                <a:gd name="csX5" fmla="*/ 2857106 w 3181349"/>
                <a:gd name="csY5" fmla="*/ 1275578 h 2279562"/>
                <a:gd name="csX6" fmla="*/ 2449306 w 3181349"/>
                <a:gd name="csY6" fmla="*/ 886502 h 2279562"/>
                <a:gd name="csX7" fmla="*/ 2359877 w 3181349"/>
                <a:gd name="csY7" fmla="*/ 1839719 h 2279562"/>
                <a:gd name="csX8" fmla="*/ 1855257 w 3181349"/>
                <a:gd name="csY8" fmla="*/ 1316045 h 2279562"/>
                <a:gd name="csX9" fmla="*/ 995493 w 3181349"/>
                <a:gd name="csY9" fmla="*/ 2112246 h 2279562"/>
                <a:gd name="csX10" fmla="*/ 789095 w 3181349"/>
                <a:gd name="csY10" fmla="*/ 2272049 h 2279562"/>
                <a:gd name="csX11" fmla="*/ 199991 w 3181349"/>
                <a:gd name="csY11" fmla="*/ 2279562 h 2279562"/>
                <a:gd name="csX0" fmla="*/ 199991 w 3164015"/>
                <a:gd name="csY0" fmla="*/ 2279562 h 2279562"/>
                <a:gd name="csX1" fmla="*/ 0 w 3164015"/>
                <a:gd name="csY1" fmla="*/ 2275661 h 2279562"/>
                <a:gd name="csX2" fmla="*/ 2476723 w 3164015"/>
                <a:gd name="csY2" fmla="*/ 0 h 2279562"/>
                <a:gd name="csX3" fmla="*/ 3164015 w 3164015"/>
                <a:gd name="csY3" fmla="*/ 893861 h 2279562"/>
                <a:gd name="csX4" fmla="*/ 3146124 w 3164015"/>
                <a:gd name="csY4" fmla="*/ 923455 h 2279562"/>
                <a:gd name="csX5" fmla="*/ 2857106 w 3164015"/>
                <a:gd name="csY5" fmla="*/ 1275578 h 2279562"/>
                <a:gd name="csX6" fmla="*/ 2449306 w 3164015"/>
                <a:gd name="csY6" fmla="*/ 886502 h 2279562"/>
                <a:gd name="csX7" fmla="*/ 2359877 w 3164015"/>
                <a:gd name="csY7" fmla="*/ 1839719 h 2279562"/>
                <a:gd name="csX8" fmla="*/ 1855257 w 3164015"/>
                <a:gd name="csY8" fmla="*/ 1316045 h 2279562"/>
                <a:gd name="csX9" fmla="*/ 995493 w 3164015"/>
                <a:gd name="csY9" fmla="*/ 2112246 h 2279562"/>
                <a:gd name="csX10" fmla="*/ 789095 w 3164015"/>
                <a:gd name="csY10" fmla="*/ 2272049 h 2279562"/>
                <a:gd name="csX11" fmla="*/ 199991 w 3164015"/>
                <a:gd name="csY11" fmla="*/ 2279562 h 2279562"/>
                <a:gd name="csX0" fmla="*/ 199991 w 3164015"/>
                <a:gd name="csY0" fmla="*/ 2279562 h 2279562"/>
                <a:gd name="csX1" fmla="*/ 0 w 3164015"/>
                <a:gd name="csY1" fmla="*/ 2275661 h 2279562"/>
                <a:gd name="csX2" fmla="*/ 2476723 w 3164015"/>
                <a:gd name="csY2" fmla="*/ 0 h 2279562"/>
                <a:gd name="csX3" fmla="*/ 3164015 w 3164015"/>
                <a:gd name="csY3" fmla="*/ 893861 h 2279562"/>
                <a:gd name="csX4" fmla="*/ 3031123 w 3164015"/>
                <a:gd name="csY4" fmla="*/ 1066505 h 2279562"/>
                <a:gd name="csX5" fmla="*/ 2857106 w 3164015"/>
                <a:gd name="csY5" fmla="*/ 1275578 h 2279562"/>
                <a:gd name="csX6" fmla="*/ 2449306 w 3164015"/>
                <a:gd name="csY6" fmla="*/ 886502 h 2279562"/>
                <a:gd name="csX7" fmla="*/ 2359877 w 3164015"/>
                <a:gd name="csY7" fmla="*/ 1839719 h 2279562"/>
                <a:gd name="csX8" fmla="*/ 1855257 w 3164015"/>
                <a:gd name="csY8" fmla="*/ 1316045 h 2279562"/>
                <a:gd name="csX9" fmla="*/ 995493 w 3164015"/>
                <a:gd name="csY9" fmla="*/ 2112246 h 2279562"/>
                <a:gd name="csX10" fmla="*/ 789095 w 3164015"/>
                <a:gd name="csY10" fmla="*/ 2272049 h 2279562"/>
                <a:gd name="csX11" fmla="*/ 199991 w 3164015"/>
                <a:gd name="csY11" fmla="*/ 2279562 h 2279562"/>
                <a:gd name="csX0" fmla="*/ 199991 w 3121941"/>
                <a:gd name="csY0" fmla="*/ 2279562 h 2279562"/>
                <a:gd name="csX1" fmla="*/ 0 w 3121941"/>
                <a:gd name="csY1" fmla="*/ 2275661 h 2279562"/>
                <a:gd name="csX2" fmla="*/ 2476723 w 3121941"/>
                <a:gd name="csY2" fmla="*/ 0 h 2279562"/>
                <a:gd name="csX3" fmla="*/ 3121941 w 3121941"/>
                <a:gd name="csY3" fmla="*/ 944349 h 2279562"/>
                <a:gd name="csX4" fmla="*/ 3031123 w 3121941"/>
                <a:gd name="csY4" fmla="*/ 1066505 h 2279562"/>
                <a:gd name="csX5" fmla="*/ 2857106 w 3121941"/>
                <a:gd name="csY5" fmla="*/ 1275578 h 2279562"/>
                <a:gd name="csX6" fmla="*/ 2449306 w 3121941"/>
                <a:gd name="csY6" fmla="*/ 886502 h 2279562"/>
                <a:gd name="csX7" fmla="*/ 2359877 w 3121941"/>
                <a:gd name="csY7" fmla="*/ 1839719 h 2279562"/>
                <a:gd name="csX8" fmla="*/ 1855257 w 3121941"/>
                <a:gd name="csY8" fmla="*/ 1316045 h 2279562"/>
                <a:gd name="csX9" fmla="*/ 995493 w 3121941"/>
                <a:gd name="csY9" fmla="*/ 2112246 h 2279562"/>
                <a:gd name="csX10" fmla="*/ 789095 w 3121941"/>
                <a:gd name="csY10" fmla="*/ 2272049 h 2279562"/>
                <a:gd name="csX11" fmla="*/ 199991 w 3121941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31123 w 3155599"/>
                <a:gd name="csY4" fmla="*/ 1066505 h 2279562"/>
                <a:gd name="csX5" fmla="*/ 2857106 w 3155599"/>
                <a:gd name="csY5" fmla="*/ 1275578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33928 w 3155599"/>
                <a:gd name="csY4" fmla="*/ 1055286 h 2279562"/>
                <a:gd name="csX5" fmla="*/ 2857106 w 3155599"/>
                <a:gd name="csY5" fmla="*/ 1275578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33928 w 3155599"/>
                <a:gd name="csY4" fmla="*/ 1055286 h 2279562"/>
                <a:gd name="csX5" fmla="*/ 2775764 w 3155599"/>
                <a:gd name="csY5" fmla="*/ 131484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75764 w 3155599"/>
                <a:gd name="csY5" fmla="*/ 131484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84179 w 3155599"/>
                <a:gd name="csY5" fmla="*/ 132606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84179 w 3155599"/>
                <a:gd name="csY5" fmla="*/ 1326066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2708 w 3155599"/>
                <a:gd name="csY4" fmla="*/ 1049676 h 2279562"/>
                <a:gd name="csX5" fmla="*/ 2795609 w 3155599"/>
                <a:gd name="csY5" fmla="*/ 1331781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896666 h 2279562"/>
                <a:gd name="csX4" fmla="*/ 3028423 w 3155599"/>
                <a:gd name="csY4" fmla="*/ 1055391 h 2279562"/>
                <a:gd name="csX5" fmla="*/ 2795609 w 3155599"/>
                <a:gd name="csY5" fmla="*/ 1331781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55599"/>
                <a:gd name="csY0" fmla="*/ 2279562 h 2279562"/>
                <a:gd name="csX1" fmla="*/ 0 w 3155599"/>
                <a:gd name="csY1" fmla="*/ 2275661 h 2279562"/>
                <a:gd name="csX2" fmla="*/ 2476723 w 3155599"/>
                <a:gd name="csY2" fmla="*/ 0 h 2279562"/>
                <a:gd name="csX3" fmla="*/ 3155599 w 3155599"/>
                <a:gd name="csY3" fmla="*/ 902381 h 2279562"/>
                <a:gd name="csX4" fmla="*/ 3028423 w 3155599"/>
                <a:gd name="csY4" fmla="*/ 1055391 h 2279562"/>
                <a:gd name="csX5" fmla="*/ 2795609 w 3155599"/>
                <a:gd name="csY5" fmla="*/ 1331781 h 2279562"/>
                <a:gd name="csX6" fmla="*/ 2449306 w 3155599"/>
                <a:gd name="csY6" fmla="*/ 886502 h 2279562"/>
                <a:gd name="csX7" fmla="*/ 2359877 w 3155599"/>
                <a:gd name="csY7" fmla="*/ 1839719 h 2279562"/>
                <a:gd name="csX8" fmla="*/ 1855257 w 3155599"/>
                <a:gd name="csY8" fmla="*/ 1316045 h 2279562"/>
                <a:gd name="csX9" fmla="*/ 995493 w 3155599"/>
                <a:gd name="csY9" fmla="*/ 2112246 h 2279562"/>
                <a:gd name="csX10" fmla="*/ 789095 w 3155599"/>
                <a:gd name="csY10" fmla="*/ 2272049 h 2279562"/>
                <a:gd name="csX11" fmla="*/ 199991 w 3155599"/>
                <a:gd name="csY11" fmla="*/ 2279562 h 2279562"/>
                <a:gd name="csX0" fmla="*/ 199991 w 3161314"/>
                <a:gd name="csY0" fmla="*/ 2279562 h 2279562"/>
                <a:gd name="csX1" fmla="*/ 0 w 3161314"/>
                <a:gd name="csY1" fmla="*/ 2275661 h 2279562"/>
                <a:gd name="csX2" fmla="*/ 2476723 w 3161314"/>
                <a:gd name="csY2" fmla="*/ 0 h 2279562"/>
                <a:gd name="csX3" fmla="*/ 3161314 w 3161314"/>
                <a:gd name="csY3" fmla="*/ 908096 h 2279562"/>
                <a:gd name="csX4" fmla="*/ 3028423 w 3161314"/>
                <a:gd name="csY4" fmla="*/ 1055391 h 2279562"/>
                <a:gd name="csX5" fmla="*/ 2795609 w 3161314"/>
                <a:gd name="csY5" fmla="*/ 1331781 h 2279562"/>
                <a:gd name="csX6" fmla="*/ 2449306 w 3161314"/>
                <a:gd name="csY6" fmla="*/ 886502 h 2279562"/>
                <a:gd name="csX7" fmla="*/ 2359877 w 3161314"/>
                <a:gd name="csY7" fmla="*/ 1839719 h 2279562"/>
                <a:gd name="csX8" fmla="*/ 1855257 w 3161314"/>
                <a:gd name="csY8" fmla="*/ 1316045 h 2279562"/>
                <a:gd name="csX9" fmla="*/ 995493 w 3161314"/>
                <a:gd name="csY9" fmla="*/ 2112246 h 2279562"/>
                <a:gd name="csX10" fmla="*/ 789095 w 3161314"/>
                <a:gd name="csY10" fmla="*/ 2272049 h 2279562"/>
                <a:gd name="csX11" fmla="*/ 199991 w 3161314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49306 w 3164226"/>
                <a:gd name="csY6" fmla="*/ 886502 h 2279562"/>
                <a:gd name="csX7" fmla="*/ 2359877 w 3164226"/>
                <a:gd name="csY7" fmla="*/ 1839719 h 2279562"/>
                <a:gd name="csX8" fmla="*/ 1855257 w 3164226"/>
                <a:gd name="csY8" fmla="*/ 1316045 h 2279562"/>
                <a:gd name="csX9" fmla="*/ 995493 w 3164226"/>
                <a:gd name="csY9" fmla="*/ 2112246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49306 w 3164226"/>
                <a:gd name="csY6" fmla="*/ 886502 h 2279562"/>
                <a:gd name="csX7" fmla="*/ 2309077 w 3164226"/>
                <a:gd name="csY7" fmla="*/ 1906394 h 2279562"/>
                <a:gd name="csX8" fmla="*/ 1855257 w 3164226"/>
                <a:gd name="csY8" fmla="*/ 1316045 h 2279562"/>
                <a:gd name="csX9" fmla="*/ 995493 w 3164226"/>
                <a:gd name="csY9" fmla="*/ 2112246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49306 w 3164226"/>
                <a:gd name="csY6" fmla="*/ 886502 h 2279562"/>
                <a:gd name="csX7" fmla="*/ 2309077 w 3164226"/>
                <a:gd name="csY7" fmla="*/ 1906394 h 2279562"/>
                <a:gd name="csX8" fmla="*/ 1855257 w 3164226"/>
                <a:gd name="csY8" fmla="*/ 1316045 h 2279562"/>
                <a:gd name="csX9" fmla="*/ 990050 w 3164226"/>
                <a:gd name="csY9" fmla="*/ 2104082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279562 h 2279562"/>
                <a:gd name="csX1" fmla="*/ 0 w 3164226"/>
                <a:gd name="csY1" fmla="*/ 2275661 h 2279562"/>
                <a:gd name="csX2" fmla="*/ 2476723 w 3164226"/>
                <a:gd name="csY2" fmla="*/ 0 h 2279562"/>
                <a:gd name="csX3" fmla="*/ 3164226 w 3164226"/>
                <a:gd name="csY3" fmla="*/ 899360 h 2279562"/>
                <a:gd name="csX4" fmla="*/ 3028423 w 3164226"/>
                <a:gd name="csY4" fmla="*/ 1055391 h 2279562"/>
                <a:gd name="csX5" fmla="*/ 2795609 w 3164226"/>
                <a:gd name="csY5" fmla="*/ 1331781 h 2279562"/>
                <a:gd name="csX6" fmla="*/ 2400321 w 3164226"/>
                <a:gd name="csY6" fmla="*/ 813024 h 2279562"/>
                <a:gd name="csX7" fmla="*/ 2309077 w 3164226"/>
                <a:gd name="csY7" fmla="*/ 1906394 h 2279562"/>
                <a:gd name="csX8" fmla="*/ 1855257 w 3164226"/>
                <a:gd name="csY8" fmla="*/ 1316045 h 2279562"/>
                <a:gd name="csX9" fmla="*/ 990050 w 3164226"/>
                <a:gd name="csY9" fmla="*/ 2104082 h 2279562"/>
                <a:gd name="csX10" fmla="*/ 789095 w 3164226"/>
                <a:gd name="csY10" fmla="*/ 2272049 h 2279562"/>
                <a:gd name="csX11" fmla="*/ 199991 w 3164226"/>
                <a:gd name="csY11" fmla="*/ 2279562 h 2279562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400321 w 3164226"/>
                <a:gd name="csY6" fmla="*/ 1141637 h 2608175"/>
                <a:gd name="csX7" fmla="*/ 2309077 w 3164226"/>
                <a:gd name="csY7" fmla="*/ 2235007 h 2608175"/>
                <a:gd name="csX8" fmla="*/ 1855257 w 3164226"/>
                <a:gd name="csY8" fmla="*/ 1644658 h 2608175"/>
                <a:gd name="csX9" fmla="*/ 990050 w 3164226"/>
                <a:gd name="csY9" fmla="*/ 2432695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24109 w 3164226"/>
                <a:gd name="csY6" fmla="*/ 898749 h 2608175"/>
                <a:gd name="csX7" fmla="*/ 2309077 w 3164226"/>
                <a:gd name="csY7" fmla="*/ 2235007 h 2608175"/>
                <a:gd name="csX8" fmla="*/ 1855257 w 3164226"/>
                <a:gd name="csY8" fmla="*/ 1644658 h 2608175"/>
                <a:gd name="csX9" fmla="*/ 990050 w 3164226"/>
                <a:gd name="csY9" fmla="*/ 2432695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24109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97020 h 2608175"/>
                <a:gd name="csX9" fmla="*/ 990050 w 3164226"/>
                <a:gd name="csY9" fmla="*/ 2432695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24109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97020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97020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45720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37556 w 3164226"/>
                <a:gd name="csY8" fmla="*/ 1486135 h 2608175"/>
                <a:gd name="csX9" fmla="*/ 999575 w 3164226"/>
                <a:gd name="csY9" fmla="*/ 2366020 h 2608175"/>
                <a:gd name="csX10" fmla="*/ 789095 w 3164226"/>
                <a:gd name="csY10" fmla="*/ 2600662 h 2608175"/>
                <a:gd name="csX11" fmla="*/ 199991 w 3164226"/>
                <a:gd name="csY11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3028423 w 3164226"/>
                <a:gd name="csY4" fmla="*/ 1384004 h 2608175"/>
                <a:gd name="csX5" fmla="*/ 2795609 w 3164226"/>
                <a:gd name="csY5" fmla="*/ 1660394 h 2608175"/>
                <a:gd name="csX6" fmla="*/ 2218666 w 3164226"/>
                <a:gd name="csY6" fmla="*/ 898749 h 2608175"/>
                <a:gd name="csX7" fmla="*/ 2309077 w 3164226"/>
                <a:gd name="csY7" fmla="*/ 2235007 h 2608175"/>
                <a:gd name="csX8" fmla="*/ 1737556 w 3164226"/>
                <a:gd name="csY8" fmla="*/ 1486135 h 2608175"/>
                <a:gd name="csX9" fmla="*/ 789095 w 3164226"/>
                <a:gd name="csY9" fmla="*/ 2600662 h 2608175"/>
                <a:gd name="csX10" fmla="*/ 199991 w 3164226"/>
                <a:gd name="csY10" fmla="*/ 2608175 h 2608175"/>
                <a:gd name="csX0" fmla="*/ 199991 w 3164226"/>
                <a:gd name="csY0" fmla="*/ 2608175 h 2608175"/>
                <a:gd name="csX1" fmla="*/ 0 w 3164226"/>
                <a:gd name="csY1" fmla="*/ 2604274 h 2608175"/>
                <a:gd name="csX2" fmla="*/ 2229073 w 3164226"/>
                <a:gd name="csY2" fmla="*/ 0 h 2608175"/>
                <a:gd name="csX3" fmla="*/ 3164226 w 3164226"/>
                <a:gd name="csY3" fmla="*/ 1227973 h 2608175"/>
                <a:gd name="csX4" fmla="*/ 2795609 w 3164226"/>
                <a:gd name="csY4" fmla="*/ 1660394 h 2608175"/>
                <a:gd name="csX5" fmla="*/ 2218666 w 3164226"/>
                <a:gd name="csY5" fmla="*/ 898749 h 2608175"/>
                <a:gd name="csX6" fmla="*/ 2309077 w 3164226"/>
                <a:gd name="csY6" fmla="*/ 2235007 h 2608175"/>
                <a:gd name="csX7" fmla="*/ 1737556 w 3164226"/>
                <a:gd name="csY7" fmla="*/ 1486135 h 2608175"/>
                <a:gd name="csX8" fmla="*/ 789095 w 3164226"/>
                <a:gd name="csY8" fmla="*/ 2600662 h 2608175"/>
                <a:gd name="csX9" fmla="*/ 199991 w 3164226"/>
                <a:gd name="csY9" fmla="*/ 2608175 h 2608175"/>
                <a:gd name="csX0" fmla="*/ 789095 w 3164226"/>
                <a:gd name="csY0" fmla="*/ 2600662 h 2604274"/>
                <a:gd name="csX1" fmla="*/ 0 w 3164226"/>
                <a:gd name="csY1" fmla="*/ 2604274 h 2604274"/>
                <a:gd name="csX2" fmla="*/ 2229073 w 3164226"/>
                <a:gd name="csY2" fmla="*/ 0 h 2604274"/>
                <a:gd name="csX3" fmla="*/ 3164226 w 3164226"/>
                <a:gd name="csY3" fmla="*/ 1227973 h 2604274"/>
                <a:gd name="csX4" fmla="*/ 2795609 w 3164226"/>
                <a:gd name="csY4" fmla="*/ 1660394 h 2604274"/>
                <a:gd name="csX5" fmla="*/ 2218666 w 3164226"/>
                <a:gd name="csY5" fmla="*/ 898749 h 2604274"/>
                <a:gd name="csX6" fmla="*/ 2309077 w 3164226"/>
                <a:gd name="csY6" fmla="*/ 2235007 h 2604274"/>
                <a:gd name="csX7" fmla="*/ 1737556 w 3164226"/>
                <a:gd name="csY7" fmla="*/ 1486135 h 2604274"/>
                <a:gd name="csX8" fmla="*/ 789095 w 3164226"/>
                <a:gd name="csY8" fmla="*/ 2600662 h 2604274"/>
                <a:gd name="csX0" fmla="*/ 789095 w 3164226"/>
                <a:gd name="csY0" fmla="*/ 2597940 h 2601552"/>
                <a:gd name="csX1" fmla="*/ 0 w 3164226"/>
                <a:gd name="csY1" fmla="*/ 2601552 h 2601552"/>
                <a:gd name="csX2" fmla="*/ 2218187 w 3164226"/>
                <a:gd name="csY2" fmla="*/ 0 h 2601552"/>
                <a:gd name="csX3" fmla="*/ 3164226 w 3164226"/>
                <a:gd name="csY3" fmla="*/ 1225251 h 2601552"/>
                <a:gd name="csX4" fmla="*/ 2795609 w 3164226"/>
                <a:gd name="csY4" fmla="*/ 1657672 h 2601552"/>
                <a:gd name="csX5" fmla="*/ 2218666 w 3164226"/>
                <a:gd name="csY5" fmla="*/ 896027 h 2601552"/>
                <a:gd name="csX6" fmla="*/ 2309077 w 3164226"/>
                <a:gd name="csY6" fmla="*/ 2232285 h 2601552"/>
                <a:gd name="csX7" fmla="*/ 1737556 w 3164226"/>
                <a:gd name="csY7" fmla="*/ 1483413 h 2601552"/>
                <a:gd name="csX8" fmla="*/ 789095 w 3164226"/>
                <a:gd name="csY8" fmla="*/ 2597940 h 2601552"/>
                <a:gd name="csX0" fmla="*/ 789095 w 3164226"/>
                <a:gd name="csY0" fmla="*/ 2597940 h 2601552"/>
                <a:gd name="csX1" fmla="*/ 0 w 3164226"/>
                <a:gd name="csY1" fmla="*/ 2601552 h 2601552"/>
                <a:gd name="csX2" fmla="*/ 2218187 w 3164226"/>
                <a:gd name="csY2" fmla="*/ 0 h 2601552"/>
                <a:gd name="csX3" fmla="*/ 3164226 w 3164226"/>
                <a:gd name="csY3" fmla="*/ 1230039 h 2601552"/>
                <a:gd name="csX4" fmla="*/ 2795609 w 3164226"/>
                <a:gd name="csY4" fmla="*/ 1657672 h 2601552"/>
                <a:gd name="csX5" fmla="*/ 2218666 w 3164226"/>
                <a:gd name="csY5" fmla="*/ 896027 h 2601552"/>
                <a:gd name="csX6" fmla="*/ 2309077 w 3164226"/>
                <a:gd name="csY6" fmla="*/ 2232285 h 2601552"/>
                <a:gd name="csX7" fmla="*/ 1737556 w 3164226"/>
                <a:gd name="csY7" fmla="*/ 1483413 h 2601552"/>
                <a:gd name="csX8" fmla="*/ 789095 w 3164226"/>
                <a:gd name="csY8" fmla="*/ 2597940 h 2601552"/>
                <a:gd name="csX0" fmla="*/ 789095 w 3164226"/>
                <a:gd name="csY0" fmla="*/ 2597940 h 2601552"/>
                <a:gd name="csX1" fmla="*/ 0 w 3164226"/>
                <a:gd name="csY1" fmla="*/ 2601552 h 2601552"/>
                <a:gd name="csX2" fmla="*/ 2218187 w 3164226"/>
                <a:gd name="csY2" fmla="*/ 0 h 2601552"/>
                <a:gd name="csX3" fmla="*/ 3164226 w 3164226"/>
                <a:gd name="csY3" fmla="*/ 1230039 h 2601552"/>
                <a:gd name="csX4" fmla="*/ 2798003 w 3164226"/>
                <a:gd name="csY4" fmla="*/ 1660066 h 2601552"/>
                <a:gd name="csX5" fmla="*/ 2218666 w 3164226"/>
                <a:gd name="csY5" fmla="*/ 896027 h 2601552"/>
                <a:gd name="csX6" fmla="*/ 2309077 w 3164226"/>
                <a:gd name="csY6" fmla="*/ 2232285 h 2601552"/>
                <a:gd name="csX7" fmla="*/ 1737556 w 3164226"/>
                <a:gd name="csY7" fmla="*/ 1483413 h 2601552"/>
                <a:gd name="csX8" fmla="*/ 789095 w 3164226"/>
                <a:gd name="csY8" fmla="*/ 2597940 h 2601552"/>
                <a:gd name="csX0" fmla="*/ 791489 w 3166620"/>
                <a:gd name="csY0" fmla="*/ 2597940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60066 h 2603945"/>
                <a:gd name="csX5" fmla="*/ 2221060 w 3166620"/>
                <a:gd name="csY5" fmla="*/ 896027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791489 w 3166620"/>
                <a:gd name="csY8" fmla="*/ 2597940 h 2603945"/>
                <a:gd name="csX0" fmla="*/ 801064 w 3166620"/>
                <a:gd name="csY0" fmla="*/ 2600334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60066 h 2603945"/>
                <a:gd name="csX5" fmla="*/ 2221060 w 3166620"/>
                <a:gd name="csY5" fmla="*/ 896027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801064 w 3166620"/>
                <a:gd name="csY8" fmla="*/ 2600334 h 2603945"/>
                <a:gd name="csX0" fmla="*/ 801064 w 3166620"/>
                <a:gd name="csY0" fmla="*/ 2600334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48229 h 2603945"/>
                <a:gd name="csX5" fmla="*/ 2221060 w 3166620"/>
                <a:gd name="csY5" fmla="*/ 896027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801064 w 3166620"/>
                <a:gd name="csY8" fmla="*/ 2600334 h 2603945"/>
                <a:gd name="csX0" fmla="*/ 801064 w 3166620"/>
                <a:gd name="csY0" fmla="*/ 2600334 h 2603945"/>
                <a:gd name="csX1" fmla="*/ 0 w 3166620"/>
                <a:gd name="csY1" fmla="*/ 2603945 h 2603945"/>
                <a:gd name="csX2" fmla="*/ 2220581 w 3166620"/>
                <a:gd name="csY2" fmla="*/ 0 h 2603945"/>
                <a:gd name="csX3" fmla="*/ 3166620 w 3166620"/>
                <a:gd name="csY3" fmla="*/ 1230039 h 2603945"/>
                <a:gd name="csX4" fmla="*/ 2800397 w 3166620"/>
                <a:gd name="csY4" fmla="*/ 1648229 h 2603945"/>
                <a:gd name="csX5" fmla="*/ 2232897 w 3166620"/>
                <a:gd name="csY5" fmla="*/ 904904 h 2603945"/>
                <a:gd name="csX6" fmla="*/ 2311471 w 3166620"/>
                <a:gd name="csY6" fmla="*/ 2232285 h 2603945"/>
                <a:gd name="csX7" fmla="*/ 1739950 w 3166620"/>
                <a:gd name="csY7" fmla="*/ 1483413 h 2603945"/>
                <a:gd name="csX8" fmla="*/ 801064 w 3166620"/>
                <a:gd name="csY8" fmla="*/ 2600334 h 2603945"/>
                <a:gd name="csX0" fmla="*/ 801064 w 3160701"/>
                <a:gd name="csY0" fmla="*/ 2600334 h 2603945"/>
                <a:gd name="csX1" fmla="*/ 0 w 3160701"/>
                <a:gd name="csY1" fmla="*/ 2603945 h 2603945"/>
                <a:gd name="csX2" fmla="*/ 2220581 w 3160701"/>
                <a:gd name="csY2" fmla="*/ 0 h 2603945"/>
                <a:gd name="csX3" fmla="*/ 3160701 w 3160701"/>
                <a:gd name="csY3" fmla="*/ 1218202 h 2603945"/>
                <a:gd name="csX4" fmla="*/ 2800397 w 3160701"/>
                <a:gd name="csY4" fmla="*/ 1648229 h 2603945"/>
                <a:gd name="csX5" fmla="*/ 2232897 w 3160701"/>
                <a:gd name="csY5" fmla="*/ 904904 h 2603945"/>
                <a:gd name="csX6" fmla="*/ 2311471 w 3160701"/>
                <a:gd name="csY6" fmla="*/ 2232285 h 2603945"/>
                <a:gd name="csX7" fmla="*/ 1739950 w 3160701"/>
                <a:gd name="csY7" fmla="*/ 1483413 h 2603945"/>
                <a:gd name="csX8" fmla="*/ 801064 w 3160701"/>
                <a:gd name="csY8" fmla="*/ 2600334 h 2603945"/>
                <a:gd name="csX0" fmla="*/ 801064 w 3160701"/>
                <a:gd name="csY0" fmla="*/ 2600334 h 2603945"/>
                <a:gd name="csX1" fmla="*/ 0 w 3160701"/>
                <a:gd name="csY1" fmla="*/ 2603945 h 2603945"/>
                <a:gd name="csX2" fmla="*/ 2220581 w 3160701"/>
                <a:gd name="csY2" fmla="*/ 0 h 2603945"/>
                <a:gd name="csX3" fmla="*/ 3160701 w 3160701"/>
                <a:gd name="csY3" fmla="*/ 1224121 h 2603945"/>
                <a:gd name="csX4" fmla="*/ 2800397 w 3160701"/>
                <a:gd name="csY4" fmla="*/ 1648229 h 2603945"/>
                <a:gd name="csX5" fmla="*/ 2232897 w 3160701"/>
                <a:gd name="csY5" fmla="*/ 904904 h 2603945"/>
                <a:gd name="csX6" fmla="*/ 2311471 w 3160701"/>
                <a:gd name="csY6" fmla="*/ 2232285 h 2603945"/>
                <a:gd name="csX7" fmla="*/ 1739950 w 3160701"/>
                <a:gd name="csY7" fmla="*/ 1483413 h 2603945"/>
                <a:gd name="csX8" fmla="*/ 801064 w 3160701"/>
                <a:gd name="csY8" fmla="*/ 2600334 h 2603945"/>
                <a:gd name="csX0" fmla="*/ 801064 w 3163660"/>
                <a:gd name="csY0" fmla="*/ 2600334 h 2603945"/>
                <a:gd name="csX1" fmla="*/ 0 w 3163660"/>
                <a:gd name="csY1" fmla="*/ 2603945 h 2603945"/>
                <a:gd name="csX2" fmla="*/ 2220581 w 3163660"/>
                <a:gd name="csY2" fmla="*/ 0 h 2603945"/>
                <a:gd name="csX3" fmla="*/ 3163660 w 3163660"/>
                <a:gd name="csY3" fmla="*/ 1227080 h 2603945"/>
                <a:gd name="csX4" fmla="*/ 2800397 w 3163660"/>
                <a:gd name="csY4" fmla="*/ 1648229 h 2603945"/>
                <a:gd name="csX5" fmla="*/ 2232897 w 3163660"/>
                <a:gd name="csY5" fmla="*/ 904904 h 2603945"/>
                <a:gd name="csX6" fmla="*/ 2311471 w 3163660"/>
                <a:gd name="csY6" fmla="*/ 2232285 h 2603945"/>
                <a:gd name="csX7" fmla="*/ 1739950 w 3163660"/>
                <a:gd name="csY7" fmla="*/ 1483413 h 2603945"/>
                <a:gd name="csX8" fmla="*/ 801064 w 3163660"/>
                <a:gd name="csY8" fmla="*/ 2600334 h 2603945"/>
                <a:gd name="csX0" fmla="*/ 801064 w 3163660"/>
                <a:gd name="csY0" fmla="*/ 2600334 h 2603945"/>
                <a:gd name="csX1" fmla="*/ 0 w 3163660"/>
                <a:gd name="csY1" fmla="*/ 2603945 h 2603945"/>
                <a:gd name="csX2" fmla="*/ 2220581 w 3163660"/>
                <a:gd name="csY2" fmla="*/ 0 h 2603945"/>
                <a:gd name="csX3" fmla="*/ 3163660 w 3163660"/>
                <a:gd name="csY3" fmla="*/ 1227080 h 2603945"/>
                <a:gd name="csX4" fmla="*/ 2800397 w 3163660"/>
                <a:gd name="csY4" fmla="*/ 1648229 h 2603945"/>
                <a:gd name="csX5" fmla="*/ 2232897 w 3163660"/>
                <a:gd name="csY5" fmla="*/ 904904 h 2603945"/>
                <a:gd name="csX6" fmla="*/ 2311471 w 3163660"/>
                <a:gd name="csY6" fmla="*/ 2232285 h 2603945"/>
                <a:gd name="csX7" fmla="*/ 1739950 w 3163660"/>
                <a:gd name="csY7" fmla="*/ 1483413 h 2603945"/>
                <a:gd name="csX8" fmla="*/ 801064 w 3163660"/>
                <a:gd name="csY8" fmla="*/ 2600334 h 260394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35245 h 2606905"/>
                <a:gd name="csX7" fmla="*/ 1739950 w 3163660"/>
                <a:gd name="csY7" fmla="*/ 1486373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39950 w 3163660"/>
                <a:gd name="csY7" fmla="*/ 1486373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39950 w 3163660"/>
                <a:gd name="csY7" fmla="*/ 1492291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39950 w 3163660"/>
                <a:gd name="csY7" fmla="*/ 1492291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801064 w 3163660"/>
                <a:gd name="csY7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806922 w 3163660"/>
                <a:gd name="csY7" fmla="*/ 245213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949062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949062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949062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29982 w 3163660"/>
                <a:gd name="csY7" fmla="*/ 1511097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29982 w 3163660"/>
                <a:gd name="csY7" fmla="*/ 1511097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29982 w 3163660"/>
                <a:gd name="csY7" fmla="*/ 1511097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1471 w 3163660"/>
                <a:gd name="csY6" fmla="*/ 222044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47737 w 3163660"/>
                <a:gd name="csY7" fmla="*/ 149926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148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148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1480 h 2606905"/>
                <a:gd name="csX8" fmla="*/ 801064 w 3163660"/>
                <a:gd name="csY8" fmla="*/ 2603294 h 2606905"/>
                <a:gd name="csX0" fmla="*/ 801064 w 3163660"/>
                <a:gd name="csY0" fmla="*/ 2603294 h 2606905"/>
                <a:gd name="csX1" fmla="*/ 0 w 3163660"/>
                <a:gd name="csY1" fmla="*/ 2606905 h 2606905"/>
                <a:gd name="csX2" fmla="*/ 2217622 w 3163660"/>
                <a:gd name="csY2" fmla="*/ 0 h 2606905"/>
                <a:gd name="csX3" fmla="*/ 3163660 w 3163660"/>
                <a:gd name="csY3" fmla="*/ 1230040 h 2606905"/>
                <a:gd name="csX4" fmla="*/ 2800397 w 3163660"/>
                <a:gd name="csY4" fmla="*/ 1651189 h 2606905"/>
                <a:gd name="csX5" fmla="*/ 2232897 w 3163660"/>
                <a:gd name="csY5" fmla="*/ 907864 h 2606905"/>
                <a:gd name="csX6" fmla="*/ 2314011 w 3163660"/>
                <a:gd name="csY6" fmla="*/ 2225529 h 2606905"/>
                <a:gd name="csX7" fmla="*/ 1752817 w 3163660"/>
                <a:gd name="csY7" fmla="*/ 1484020 h 2606905"/>
                <a:gd name="csX8" fmla="*/ 801064 w 3163660"/>
                <a:gd name="csY8" fmla="*/ 2603294 h 2606905"/>
                <a:gd name="csX0" fmla="*/ 450956 w 3163660"/>
                <a:gd name="csY0" fmla="*/ 3019305 h 3019305"/>
                <a:gd name="csX1" fmla="*/ 0 w 3163660"/>
                <a:gd name="csY1" fmla="*/ 2606905 h 3019305"/>
                <a:gd name="csX2" fmla="*/ 2217622 w 3163660"/>
                <a:gd name="csY2" fmla="*/ 0 h 3019305"/>
                <a:gd name="csX3" fmla="*/ 3163660 w 3163660"/>
                <a:gd name="csY3" fmla="*/ 1230040 h 3019305"/>
                <a:gd name="csX4" fmla="*/ 2800397 w 3163660"/>
                <a:gd name="csY4" fmla="*/ 1651189 h 3019305"/>
                <a:gd name="csX5" fmla="*/ 2232897 w 3163660"/>
                <a:gd name="csY5" fmla="*/ 907864 h 3019305"/>
                <a:gd name="csX6" fmla="*/ 2314011 w 3163660"/>
                <a:gd name="csY6" fmla="*/ 2225529 h 3019305"/>
                <a:gd name="csX7" fmla="*/ 1752817 w 3163660"/>
                <a:gd name="csY7" fmla="*/ 1484020 h 3019305"/>
                <a:gd name="csX8" fmla="*/ 450956 w 3163660"/>
                <a:gd name="csY8" fmla="*/ 3019305 h 3019305"/>
                <a:gd name="csX0" fmla="*/ 792827 w 3505531"/>
                <a:gd name="csY0" fmla="*/ 3019305 h 3019305"/>
                <a:gd name="csX1" fmla="*/ 0 w 3505531"/>
                <a:gd name="csY1" fmla="*/ 3006440 h 3019305"/>
                <a:gd name="csX2" fmla="*/ 2559493 w 3505531"/>
                <a:gd name="csY2" fmla="*/ 0 h 3019305"/>
                <a:gd name="csX3" fmla="*/ 3505531 w 3505531"/>
                <a:gd name="csY3" fmla="*/ 1230040 h 3019305"/>
                <a:gd name="csX4" fmla="*/ 3142268 w 3505531"/>
                <a:gd name="csY4" fmla="*/ 1651189 h 3019305"/>
                <a:gd name="csX5" fmla="*/ 2574768 w 3505531"/>
                <a:gd name="csY5" fmla="*/ 907864 h 3019305"/>
                <a:gd name="csX6" fmla="*/ 2655882 w 3505531"/>
                <a:gd name="csY6" fmla="*/ 2225529 h 3019305"/>
                <a:gd name="csX7" fmla="*/ 2094688 w 3505531"/>
                <a:gd name="csY7" fmla="*/ 1484020 h 3019305"/>
                <a:gd name="csX8" fmla="*/ 792827 w 3505531"/>
                <a:gd name="csY8" fmla="*/ 3019305 h 3019305"/>
                <a:gd name="csX0" fmla="*/ 801065 w 3505531"/>
                <a:gd name="csY0" fmla="*/ 3011067 h 3011067"/>
                <a:gd name="csX1" fmla="*/ 0 w 3505531"/>
                <a:gd name="csY1" fmla="*/ 3006440 h 3011067"/>
                <a:gd name="csX2" fmla="*/ 2559493 w 3505531"/>
                <a:gd name="csY2" fmla="*/ 0 h 3011067"/>
                <a:gd name="csX3" fmla="*/ 3505531 w 3505531"/>
                <a:gd name="csY3" fmla="*/ 1230040 h 3011067"/>
                <a:gd name="csX4" fmla="*/ 3142268 w 3505531"/>
                <a:gd name="csY4" fmla="*/ 1651189 h 3011067"/>
                <a:gd name="csX5" fmla="*/ 2574768 w 3505531"/>
                <a:gd name="csY5" fmla="*/ 907864 h 3011067"/>
                <a:gd name="csX6" fmla="*/ 2655882 w 3505531"/>
                <a:gd name="csY6" fmla="*/ 2225529 h 3011067"/>
                <a:gd name="csX7" fmla="*/ 2094688 w 3505531"/>
                <a:gd name="csY7" fmla="*/ 1484020 h 3011067"/>
                <a:gd name="csX8" fmla="*/ 801065 w 3505531"/>
                <a:gd name="csY8" fmla="*/ 3011067 h 30110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05531" h="3011067">
                  <a:moveTo>
                    <a:pt x="801065" y="3011067"/>
                  </a:moveTo>
                  <a:lnTo>
                    <a:pt x="0" y="3006440"/>
                  </a:lnTo>
                  <a:lnTo>
                    <a:pt x="2559493" y="0"/>
                  </a:lnTo>
                  <a:lnTo>
                    <a:pt x="3505531" y="1230040"/>
                  </a:lnTo>
                  <a:lnTo>
                    <a:pt x="3142268" y="1651189"/>
                  </a:lnTo>
                  <a:lnTo>
                    <a:pt x="2574768" y="907864"/>
                  </a:lnTo>
                  <a:lnTo>
                    <a:pt x="2655882" y="2225529"/>
                  </a:lnTo>
                  <a:cubicBezTo>
                    <a:pt x="2374015" y="1864934"/>
                    <a:pt x="2375272" y="1851396"/>
                    <a:pt x="2094688" y="1484020"/>
                  </a:cubicBezTo>
                  <a:cubicBezTo>
                    <a:pt x="1938513" y="1655223"/>
                    <a:pt x="1012189" y="2758154"/>
                    <a:pt x="801065" y="3011067"/>
                  </a:cubicBezTo>
                  <a:close/>
                </a:path>
              </a:pathLst>
            </a:custGeom>
            <a:gradFill flip="none" rotWithShape="1">
              <a:gsLst>
                <a:gs pos="25000">
                  <a:schemeClr val="accent6">
                    <a:lumMod val="50000"/>
                  </a:schemeClr>
                </a:gs>
                <a:gs pos="65000">
                  <a:schemeClr val="accent6">
                    <a:lumMod val="60000"/>
                    <a:lumOff val="40000"/>
                  </a:schemeClr>
                </a:gs>
                <a:gs pos="90000">
                  <a:schemeClr val="accent6">
                    <a:lumMod val="20000"/>
                    <a:lumOff val="80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8B6814DE-7965-1A5A-2764-912BE3208E6F}"/>
                </a:ext>
              </a:extLst>
            </p:cNvPr>
            <p:cNvSpPr/>
            <p:nvPr/>
          </p:nvSpPr>
          <p:spPr>
            <a:xfrm>
              <a:off x="2770345" y="2376371"/>
              <a:ext cx="3403358" cy="2105258"/>
            </a:xfrm>
            <a:custGeom>
              <a:avLst/>
              <a:gdLst>
                <a:gd name="csX0" fmla="*/ 723697 w 2778317"/>
                <a:gd name="csY0" fmla="*/ 1706637 h 1773005"/>
                <a:gd name="csX1" fmla="*/ 0 w 2778317"/>
                <a:gd name="csY1" fmla="*/ 1727309 h 1773005"/>
                <a:gd name="csX2" fmla="*/ 1471411 w 2778317"/>
                <a:gd name="csY2" fmla="*/ 0 h 1773005"/>
                <a:gd name="csX3" fmla="*/ 2778317 w 2778317"/>
                <a:gd name="csY3" fmla="*/ 1709031 h 1773005"/>
                <a:gd name="csX4" fmla="*/ 2165991 w 2778317"/>
                <a:gd name="csY4" fmla="*/ 1754727 h 1773005"/>
                <a:gd name="csX5" fmla="*/ 1453133 w 2778317"/>
                <a:gd name="csY5" fmla="*/ 895642 h 1773005"/>
                <a:gd name="csX6" fmla="*/ 667162 w 2778317"/>
                <a:gd name="csY6" fmla="*/ 1773005 h 1773005"/>
                <a:gd name="csX7" fmla="*/ 723697 w 2778317"/>
                <a:gd name="csY7" fmla="*/ 1706637 h 1773005"/>
                <a:gd name="csX0" fmla="*/ 706490 w 2761110"/>
                <a:gd name="csY0" fmla="*/ 1706637 h 1773005"/>
                <a:gd name="csX1" fmla="*/ 0 w 2761110"/>
                <a:gd name="csY1" fmla="*/ 1707645 h 1773005"/>
                <a:gd name="csX2" fmla="*/ 1454204 w 2761110"/>
                <a:gd name="csY2" fmla="*/ 0 h 1773005"/>
                <a:gd name="csX3" fmla="*/ 2761110 w 2761110"/>
                <a:gd name="csY3" fmla="*/ 1709031 h 1773005"/>
                <a:gd name="csX4" fmla="*/ 2148784 w 2761110"/>
                <a:gd name="csY4" fmla="*/ 1754727 h 1773005"/>
                <a:gd name="csX5" fmla="*/ 1435926 w 2761110"/>
                <a:gd name="csY5" fmla="*/ 895642 h 1773005"/>
                <a:gd name="csX6" fmla="*/ 649955 w 2761110"/>
                <a:gd name="csY6" fmla="*/ 1773005 h 1773005"/>
                <a:gd name="csX7" fmla="*/ 706490 w 2761110"/>
                <a:gd name="csY7" fmla="*/ 1706637 h 1773005"/>
                <a:gd name="csX0" fmla="*/ 706490 w 2761110"/>
                <a:gd name="csY0" fmla="*/ 1706637 h 1773005"/>
                <a:gd name="csX1" fmla="*/ 0 w 2761110"/>
                <a:gd name="csY1" fmla="*/ 1707645 h 1773005"/>
                <a:gd name="csX2" fmla="*/ 1454204 w 2761110"/>
                <a:gd name="csY2" fmla="*/ 0 h 1773005"/>
                <a:gd name="csX3" fmla="*/ 2761110 w 2761110"/>
                <a:gd name="csY3" fmla="*/ 1709031 h 1773005"/>
                <a:gd name="csX4" fmla="*/ 2148784 w 2761110"/>
                <a:gd name="csY4" fmla="*/ 1754727 h 1773005"/>
                <a:gd name="csX5" fmla="*/ 1435926 w 2761110"/>
                <a:gd name="csY5" fmla="*/ 895642 h 1773005"/>
                <a:gd name="csX6" fmla="*/ 649955 w 2761110"/>
                <a:gd name="csY6" fmla="*/ 1773005 h 1773005"/>
                <a:gd name="csX7" fmla="*/ 706490 w 2761110"/>
                <a:gd name="csY7" fmla="*/ 1706637 h 1773005"/>
                <a:gd name="csX0" fmla="*/ 706490 w 2761110"/>
                <a:gd name="csY0" fmla="*/ 1706637 h 1773005"/>
                <a:gd name="csX1" fmla="*/ 0 w 2761110"/>
                <a:gd name="csY1" fmla="*/ 1707645 h 1773005"/>
                <a:gd name="csX2" fmla="*/ 1454204 w 2761110"/>
                <a:gd name="csY2" fmla="*/ 0 h 1773005"/>
                <a:gd name="csX3" fmla="*/ 2761110 w 2761110"/>
                <a:gd name="csY3" fmla="*/ 1709031 h 1773005"/>
                <a:gd name="csX4" fmla="*/ 2106997 w 2761110"/>
                <a:gd name="csY4" fmla="*/ 1703107 h 1773005"/>
                <a:gd name="csX5" fmla="*/ 1435926 w 2761110"/>
                <a:gd name="csY5" fmla="*/ 895642 h 1773005"/>
                <a:gd name="csX6" fmla="*/ 649955 w 2761110"/>
                <a:gd name="csY6" fmla="*/ 1773005 h 1773005"/>
                <a:gd name="csX7" fmla="*/ 706490 w 2761110"/>
                <a:gd name="csY7" fmla="*/ 1706637 h 1773005"/>
                <a:gd name="csX0" fmla="*/ 706490 w 2763568"/>
                <a:gd name="csY0" fmla="*/ 1706637 h 1773005"/>
                <a:gd name="csX1" fmla="*/ 0 w 2763568"/>
                <a:gd name="csY1" fmla="*/ 1707645 h 1773005"/>
                <a:gd name="csX2" fmla="*/ 1454204 w 2763568"/>
                <a:gd name="csY2" fmla="*/ 0 h 1773005"/>
                <a:gd name="csX3" fmla="*/ 2763568 w 2763568"/>
                <a:gd name="csY3" fmla="*/ 1709031 h 1773005"/>
                <a:gd name="csX4" fmla="*/ 2106997 w 2763568"/>
                <a:gd name="csY4" fmla="*/ 1703107 h 1773005"/>
                <a:gd name="csX5" fmla="*/ 1435926 w 2763568"/>
                <a:gd name="csY5" fmla="*/ 895642 h 1773005"/>
                <a:gd name="csX6" fmla="*/ 649955 w 2763568"/>
                <a:gd name="csY6" fmla="*/ 1773005 h 1773005"/>
                <a:gd name="csX7" fmla="*/ 706490 w 2763568"/>
                <a:gd name="csY7" fmla="*/ 1706637 h 1773005"/>
                <a:gd name="csX0" fmla="*/ 706490 w 2763568"/>
                <a:gd name="csY0" fmla="*/ 1706637 h 1773005"/>
                <a:gd name="csX1" fmla="*/ 0 w 2763568"/>
                <a:gd name="csY1" fmla="*/ 1707645 h 1773005"/>
                <a:gd name="csX2" fmla="*/ 1454204 w 2763568"/>
                <a:gd name="csY2" fmla="*/ 0 h 1773005"/>
                <a:gd name="csX3" fmla="*/ 2763568 w 2763568"/>
                <a:gd name="csY3" fmla="*/ 1709031 h 1773005"/>
                <a:gd name="csX4" fmla="*/ 2081597 w 2763568"/>
                <a:gd name="csY4" fmla="*/ 1703107 h 1773005"/>
                <a:gd name="csX5" fmla="*/ 1435926 w 2763568"/>
                <a:gd name="csY5" fmla="*/ 895642 h 1773005"/>
                <a:gd name="csX6" fmla="*/ 649955 w 2763568"/>
                <a:gd name="csY6" fmla="*/ 1773005 h 1773005"/>
                <a:gd name="csX7" fmla="*/ 706490 w 2763568"/>
                <a:gd name="csY7" fmla="*/ 1706637 h 1773005"/>
                <a:gd name="csX0" fmla="*/ 706490 w 2763568"/>
                <a:gd name="csY0" fmla="*/ 1706637 h 1773005"/>
                <a:gd name="csX1" fmla="*/ 0 w 2763568"/>
                <a:gd name="csY1" fmla="*/ 1707645 h 1773005"/>
                <a:gd name="csX2" fmla="*/ 1454204 w 2763568"/>
                <a:gd name="csY2" fmla="*/ 0 h 1773005"/>
                <a:gd name="csX3" fmla="*/ 2763568 w 2763568"/>
                <a:gd name="csY3" fmla="*/ 1709031 h 1773005"/>
                <a:gd name="csX4" fmla="*/ 2081597 w 2763568"/>
                <a:gd name="csY4" fmla="*/ 1703107 h 1773005"/>
                <a:gd name="csX5" fmla="*/ 1445451 w 2763568"/>
                <a:gd name="csY5" fmla="*/ 889292 h 1773005"/>
                <a:gd name="csX6" fmla="*/ 649955 w 2763568"/>
                <a:gd name="csY6" fmla="*/ 1773005 h 1773005"/>
                <a:gd name="csX7" fmla="*/ 706490 w 2763568"/>
                <a:gd name="csY7" fmla="*/ 1706637 h 1773005"/>
                <a:gd name="csX0" fmla="*/ 706490 w 2763568"/>
                <a:gd name="csY0" fmla="*/ 1706637 h 1709031"/>
                <a:gd name="csX1" fmla="*/ 0 w 2763568"/>
                <a:gd name="csY1" fmla="*/ 1707645 h 1709031"/>
                <a:gd name="csX2" fmla="*/ 1454204 w 2763568"/>
                <a:gd name="csY2" fmla="*/ 0 h 1709031"/>
                <a:gd name="csX3" fmla="*/ 2763568 w 2763568"/>
                <a:gd name="csY3" fmla="*/ 1709031 h 1709031"/>
                <a:gd name="csX4" fmla="*/ 2081597 w 2763568"/>
                <a:gd name="csY4" fmla="*/ 1703107 h 1709031"/>
                <a:gd name="csX5" fmla="*/ 1445451 w 2763568"/>
                <a:gd name="csY5" fmla="*/ 889292 h 1709031"/>
                <a:gd name="csX6" fmla="*/ 706490 w 2763568"/>
                <a:gd name="csY6" fmla="*/ 1706637 h 1709031"/>
                <a:gd name="csX0" fmla="*/ 706490 w 2763568"/>
                <a:gd name="csY0" fmla="*/ 1706637 h 1709031"/>
                <a:gd name="csX1" fmla="*/ 0 w 2763568"/>
                <a:gd name="csY1" fmla="*/ 1707645 h 1709031"/>
                <a:gd name="csX2" fmla="*/ 1454204 w 2763568"/>
                <a:gd name="csY2" fmla="*/ 0 h 1709031"/>
                <a:gd name="csX3" fmla="*/ 2763568 w 2763568"/>
                <a:gd name="csY3" fmla="*/ 1709031 h 1709031"/>
                <a:gd name="csX4" fmla="*/ 2081597 w 2763568"/>
                <a:gd name="csY4" fmla="*/ 1703107 h 1709031"/>
                <a:gd name="csX5" fmla="*/ 1427695 w 2763568"/>
                <a:gd name="csY5" fmla="*/ 850822 h 1709031"/>
                <a:gd name="csX6" fmla="*/ 706490 w 2763568"/>
                <a:gd name="csY6" fmla="*/ 1706637 h 1709031"/>
                <a:gd name="csX0" fmla="*/ 706490 w 2763568"/>
                <a:gd name="csY0" fmla="*/ 1706637 h 1711984"/>
                <a:gd name="csX1" fmla="*/ 0 w 2763568"/>
                <a:gd name="csY1" fmla="*/ 1707645 h 1711984"/>
                <a:gd name="csX2" fmla="*/ 1454204 w 2763568"/>
                <a:gd name="csY2" fmla="*/ 0 h 1711984"/>
                <a:gd name="csX3" fmla="*/ 2763568 w 2763568"/>
                <a:gd name="csY3" fmla="*/ 1709031 h 1711984"/>
                <a:gd name="csX4" fmla="*/ 2087516 w 2763568"/>
                <a:gd name="csY4" fmla="*/ 1711984 h 1711984"/>
                <a:gd name="csX5" fmla="*/ 1427695 w 2763568"/>
                <a:gd name="csY5" fmla="*/ 850822 h 1711984"/>
                <a:gd name="csX6" fmla="*/ 706490 w 2763568"/>
                <a:gd name="csY6" fmla="*/ 1706637 h 1711984"/>
                <a:gd name="csX0" fmla="*/ 700571 w 2763568"/>
                <a:gd name="csY0" fmla="*/ 1706637 h 1711984"/>
                <a:gd name="csX1" fmla="*/ 0 w 2763568"/>
                <a:gd name="csY1" fmla="*/ 1707645 h 1711984"/>
                <a:gd name="csX2" fmla="*/ 1454204 w 2763568"/>
                <a:gd name="csY2" fmla="*/ 0 h 1711984"/>
                <a:gd name="csX3" fmla="*/ 2763568 w 2763568"/>
                <a:gd name="csY3" fmla="*/ 1709031 h 1711984"/>
                <a:gd name="csX4" fmla="*/ 2087516 w 2763568"/>
                <a:gd name="csY4" fmla="*/ 1711984 h 1711984"/>
                <a:gd name="csX5" fmla="*/ 1427695 w 2763568"/>
                <a:gd name="csY5" fmla="*/ 850822 h 1711984"/>
                <a:gd name="csX6" fmla="*/ 700571 w 2763568"/>
                <a:gd name="csY6" fmla="*/ 1706637 h 1711984"/>
                <a:gd name="csX0" fmla="*/ 688734 w 2751731"/>
                <a:gd name="csY0" fmla="*/ 1706637 h 1711984"/>
                <a:gd name="csX1" fmla="*/ 0 w 2751731"/>
                <a:gd name="csY1" fmla="*/ 1707645 h 1711984"/>
                <a:gd name="csX2" fmla="*/ 1442367 w 2751731"/>
                <a:gd name="csY2" fmla="*/ 0 h 1711984"/>
                <a:gd name="csX3" fmla="*/ 2751731 w 2751731"/>
                <a:gd name="csY3" fmla="*/ 1709031 h 1711984"/>
                <a:gd name="csX4" fmla="*/ 2075679 w 2751731"/>
                <a:gd name="csY4" fmla="*/ 1711984 h 1711984"/>
                <a:gd name="csX5" fmla="*/ 1415858 w 2751731"/>
                <a:gd name="csY5" fmla="*/ 850822 h 1711984"/>
                <a:gd name="csX6" fmla="*/ 688734 w 2751731"/>
                <a:gd name="csY6" fmla="*/ 1706637 h 1711984"/>
                <a:gd name="csX0" fmla="*/ 688734 w 2751731"/>
                <a:gd name="csY0" fmla="*/ 1706637 h 1711984"/>
                <a:gd name="csX1" fmla="*/ 0 w 2751731"/>
                <a:gd name="csY1" fmla="*/ 1707645 h 1711984"/>
                <a:gd name="csX2" fmla="*/ 1442367 w 2751731"/>
                <a:gd name="csY2" fmla="*/ 0 h 1711984"/>
                <a:gd name="csX3" fmla="*/ 2751731 w 2751731"/>
                <a:gd name="csY3" fmla="*/ 1709031 h 1711984"/>
                <a:gd name="csX4" fmla="*/ 2075679 w 2751731"/>
                <a:gd name="csY4" fmla="*/ 1711984 h 1711984"/>
                <a:gd name="csX5" fmla="*/ 1412898 w 2751731"/>
                <a:gd name="csY5" fmla="*/ 850822 h 1711984"/>
                <a:gd name="csX6" fmla="*/ 688734 w 2751731"/>
                <a:gd name="csY6" fmla="*/ 1706637 h 1711984"/>
                <a:gd name="csX0" fmla="*/ 688734 w 2751731"/>
                <a:gd name="csY0" fmla="*/ 1706637 h 1711984"/>
                <a:gd name="csX1" fmla="*/ 0 w 2751731"/>
                <a:gd name="csY1" fmla="*/ 1707645 h 1711984"/>
                <a:gd name="csX2" fmla="*/ 1442367 w 2751731"/>
                <a:gd name="csY2" fmla="*/ 0 h 1711984"/>
                <a:gd name="csX3" fmla="*/ 2751731 w 2751731"/>
                <a:gd name="csY3" fmla="*/ 1709031 h 1711984"/>
                <a:gd name="csX4" fmla="*/ 2075679 w 2751731"/>
                <a:gd name="csY4" fmla="*/ 1711984 h 1711984"/>
                <a:gd name="csX5" fmla="*/ 1409938 w 2751731"/>
                <a:gd name="csY5" fmla="*/ 850822 h 1711984"/>
                <a:gd name="csX6" fmla="*/ 688734 w 2751731"/>
                <a:gd name="csY6" fmla="*/ 1706637 h 1711984"/>
                <a:gd name="csX0" fmla="*/ 688734 w 2751731"/>
                <a:gd name="csY0" fmla="*/ 1706637 h 1709031"/>
                <a:gd name="csX1" fmla="*/ 0 w 2751731"/>
                <a:gd name="csY1" fmla="*/ 1707645 h 1709031"/>
                <a:gd name="csX2" fmla="*/ 1442367 w 2751731"/>
                <a:gd name="csY2" fmla="*/ 0 h 1709031"/>
                <a:gd name="csX3" fmla="*/ 2751731 w 2751731"/>
                <a:gd name="csY3" fmla="*/ 1709031 h 1709031"/>
                <a:gd name="csX4" fmla="*/ 2069761 w 2751731"/>
                <a:gd name="csY4" fmla="*/ 1709025 h 1709031"/>
                <a:gd name="csX5" fmla="*/ 1409938 w 2751731"/>
                <a:gd name="csY5" fmla="*/ 850822 h 1709031"/>
                <a:gd name="csX6" fmla="*/ 688734 w 2751731"/>
                <a:gd name="csY6" fmla="*/ 1706637 h 1709031"/>
                <a:gd name="csX0" fmla="*/ 688734 w 2757649"/>
                <a:gd name="csY0" fmla="*/ 1706637 h 1711990"/>
                <a:gd name="csX1" fmla="*/ 0 w 2757649"/>
                <a:gd name="csY1" fmla="*/ 1707645 h 1711990"/>
                <a:gd name="csX2" fmla="*/ 1442367 w 2757649"/>
                <a:gd name="csY2" fmla="*/ 0 h 1711990"/>
                <a:gd name="csX3" fmla="*/ 2757649 w 2757649"/>
                <a:gd name="csY3" fmla="*/ 1711990 h 1711990"/>
                <a:gd name="csX4" fmla="*/ 2069761 w 2757649"/>
                <a:gd name="csY4" fmla="*/ 1709025 h 1711990"/>
                <a:gd name="csX5" fmla="*/ 1409938 w 2757649"/>
                <a:gd name="csY5" fmla="*/ 850822 h 1711990"/>
                <a:gd name="csX6" fmla="*/ 688734 w 2757649"/>
                <a:gd name="csY6" fmla="*/ 1706637 h 1711990"/>
                <a:gd name="csX0" fmla="*/ 688734 w 2757649"/>
                <a:gd name="csY0" fmla="*/ 1696477 h 1701830"/>
                <a:gd name="csX1" fmla="*/ 0 w 2757649"/>
                <a:gd name="csY1" fmla="*/ 1697485 h 1701830"/>
                <a:gd name="csX2" fmla="*/ 1442367 w 2757649"/>
                <a:gd name="csY2" fmla="*/ 0 h 1701830"/>
                <a:gd name="csX3" fmla="*/ 2757649 w 2757649"/>
                <a:gd name="csY3" fmla="*/ 1701830 h 1701830"/>
                <a:gd name="csX4" fmla="*/ 2069761 w 2757649"/>
                <a:gd name="csY4" fmla="*/ 1698865 h 1701830"/>
                <a:gd name="csX5" fmla="*/ 1409938 w 2757649"/>
                <a:gd name="csY5" fmla="*/ 840662 h 1701830"/>
                <a:gd name="csX6" fmla="*/ 688734 w 2757649"/>
                <a:gd name="csY6" fmla="*/ 1696477 h 1701830"/>
                <a:gd name="csX0" fmla="*/ 688734 w 2752569"/>
                <a:gd name="csY0" fmla="*/ 1696477 h 1699290"/>
                <a:gd name="csX1" fmla="*/ 0 w 2752569"/>
                <a:gd name="csY1" fmla="*/ 1697485 h 1699290"/>
                <a:gd name="csX2" fmla="*/ 1442367 w 2752569"/>
                <a:gd name="csY2" fmla="*/ 0 h 1699290"/>
                <a:gd name="csX3" fmla="*/ 2752569 w 2752569"/>
                <a:gd name="csY3" fmla="*/ 1699290 h 1699290"/>
                <a:gd name="csX4" fmla="*/ 2069761 w 2752569"/>
                <a:gd name="csY4" fmla="*/ 1698865 h 1699290"/>
                <a:gd name="csX5" fmla="*/ 1409938 w 2752569"/>
                <a:gd name="csY5" fmla="*/ 840662 h 1699290"/>
                <a:gd name="csX6" fmla="*/ 688734 w 2752569"/>
                <a:gd name="csY6" fmla="*/ 1696477 h 1699290"/>
                <a:gd name="csX0" fmla="*/ 1026485 w 3090320"/>
                <a:gd name="csY0" fmla="*/ 1696477 h 2105258"/>
                <a:gd name="csX1" fmla="*/ 0 w 3090320"/>
                <a:gd name="csY1" fmla="*/ 2105258 h 2105258"/>
                <a:gd name="csX2" fmla="*/ 1780118 w 3090320"/>
                <a:gd name="csY2" fmla="*/ 0 h 2105258"/>
                <a:gd name="csX3" fmla="*/ 3090320 w 3090320"/>
                <a:gd name="csY3" fmla="*/ 1699290 h 2105258"/>
                <a:gd name="csX4" fmla="*/ 2407512 w 3090320"/>
                <a:gd name="csY4" fmla="*/ 1698865 h 2105258"/>
                <a:gd name="csX5" fmla="*/ 1747689 w 3090320"/>
                <a:gd name="csY5" fmla="*/ 840662 h 2105258"/>
                <a:gd name="csX6" fmla="*/ 1026485 w 3090320"/>
                <a:gd name="csY6" fmla="*/ 1696477 h 2105258"/>
                <a:gd name="csX0" fmla="*/ 680496 w 3090320"/>
                <a:gd name="csY0" fmla="*/ 2100131 h 2105258"/>
                <a:gd name="csX1" fmla="*/ 0 w 3090320"/>
                <a:gd name="csY1" fmla="*/ 2105258 h 2105258"/>
                <a:gd name="csX2" fmla="*/ 1780118 w 3090320"/>
                <a:gd name="csY2" fmla="*/ 0 h 2105258"/>
                <a:gd name="csX3" fmla="*/ 3090320 w 3090320"/>
                <a:gd name="csY3" fmla="*/ 1699290 h 2105258"/>
                <a:gd name="csX4" fmla="*/ 2407512 w 3090320"/>
                <a:gd name="csY4" fmla="*/ 1698865 h 2105258"/>
                <a:gd name="csX5" fmla="*/ 1747689 w 3090320"/>
                <a:gd name="csY5" fmla="*/ 840662 h 2105258"/>
                <a:gd name="csX6" fmla="*/ 680496 w 3090320"/>
                <a:gd name="csY6" fmla="*/ 2100131 h 2105258"/>
                <a:gd name="csX0" fmla="*/ 680496 w 3090320"/>
                <a:gd name="csY0" fmla="*/ 2100131 h 2105258"/>
                <a:gd name="csX1" fmla="*/ 0 w 3090320"/>
                <a:gd name="csY1" fmla="*/ 2105258 h 2105258"/>
                <a:gd name="csX2" fmla="*/ 1780118 w 3090320"/>
                <a:gd name="csY2" fmla="*/ 0 h 2105258"/>
                <a:gd name="csX3" fmla="*/ 3090320 w 3090320"/>
                <a:gd name="csY3" fmla="*/ 1699290 h 2105258"/>
                <a:gd name="csX4" fmla="*/ 2720549 w 3090320"/>
                <a:gd name="csY4" fmla="*/ 2098400 h 2105258"/>
                <a:gd name="csX5" fmla="*/ 1747689 w 3090320"/>
                <a:gd name="csY5" fmla="*/ 840662 h 2105258"/>
                <a:gd name="csX6" fmla="*/ 680496 w 3090320"/>
                <a:gd name="csY6" fmla="*/ 2100131 h 2105258"/>
                <a:gd name="csX0" fmla="*/ 680496 w 3403358"/>
                <a:gd name="csY0" fmla="*/ 2100131 h 2105258"/>
                <a:gd name="csX1" fmla="*/ 0 w 3403358"/>
                <a:gd name="csY1" fmla="*/ 2105258 h 2105258"/>
                <a:gd name="csX2" fmla="*/ 1780118 w 3403358"/>
                <a:gd name="csY2" fmla="*/ 0 h 2105258"/>
                <a:gd name="csX3" fmla="*/ 3403358 w 3403358"/>
                <a:gd name="csY3" fmla="*/ 2098825 h 2105258"/>
                <a:gd name="csX4" fmla="*/ 2720549 w 3403358"/>
                <a:gd name="csY4" fmla="*/ 2098400 h 2105258"/>
                <a:gd name="csX5" fmla="*/ 1747689 w 3403358"/>
                <a:gd name="csY5" fmla="*/ 840662 h 2105258"/>
                <a:gd name="csX6" fmla="*/ 680496 w 3403358"/>
                <a:gd name="csY6" fmla="*/ 2100131 h 2105258"/>
                <a:gd name="csX0" fmla="*/ 680496 w 3403358"/>
                <a:gd name="csY0" fmla="*/ 2100131 h 2105258"/>
                <a:gd name="csX1" fmla="*/ 0 w 3403358"/>
                <a:gd name="csY1" fmla="*/ 2105258 h 2105258"/>
                <a:gd name="csX2" fmla="*/ 1780118 w 3403358"/>
                <a:gd name="csY2" fmla="*/ 0 h 2105258"/>
                <a:gd name="csX3" fmla="*/ 3403358 w 3403358"/>
                <a:gd name="csY3" fmla="*/ 2098825 h 2105258"/>
                <a:gd name="csX4" fmla="*/ 2713292 w 3403358"/>
                <a:gd name="csY4" fmla="*/ 2093562 h 2105258"/>
                <a:gd name="csX5" fmla="*/ 1747689 w 3403358"/>
                <a:gd name="csY5" fmla="*/ 840662 h 2105258"/>
                <a:gd name="csX6" fmla="*/ 680496 w 3403358"/>
                <a:gd name="csY6" fmla="*/ 2100131 h 2105258"/>
                <a:gd name="csX0" fmla="*/ 680496 w 3403358"/>
                <a:gd name="csY0" fmla="*/ 2100131 h 2105258"/>
                <a:gd name="csX1" fmla="*/ 0 w 3403358"/>
                <a:gd name="csY1" fmla="*/ 2105258 h 2105258"/>
                <a:gd name="csX2" fmla="*/ 1780118 w 3403358"/>
                <a:gd name="csY2" fmla="*/ 0 h 2105258"/>
                <a:gd name="csX3" fmla="*/ 3403358 w 3403358"/>
                <a:gd name="csY3" fmla="*/ 2098825 h 2105258"/>
                <a:gd name="csX4" fmla="*/ 2715711 w 3403358"/>
                <a:gd name="csY4" fmla="*/ 2095981 h 2105258"/>
                <a:gd name="csX5" fmla="*/ 1747689 w 3403358"/>
                <a:gd name="csY5" fmla="*/ 840662 h 2105258"/>
                <a:gd name="csX6" fmla="*/ 680496 w 3403358"/>
                <a:gd name="csY6" fmla="*/ 2100131 h 2105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403358" h="2105258">
                  <a:moveTo>
                    <a:pt x="680496" y="2100131"/>
                  </a:moveTo>
                  <a:lnTo>
                    <a:pt x="0" y="2105258"/>
                  </a:lnTo>
                  <a:lnTo>
                    <a:pt x="1780118" y="0"/>
                  </a:lnTo>
                  <a:lnTo>
                    <a:pt x="3403358" y="2098825"/>
                  </a:lnTo>
                  <a:lnTo>
                    <a:pt x="2715711" y="2095981"/>
                  </a:lnTo>
                  <a:lnTo>
                    <a:pt x="1747689" y="840662"/>
                  </a:lnTo>
                  <a:lnTo>
                    <a:pt x="680496" y="2100131"/>
                  </a:lnTo>
                  <a:close/>
                </a:path>
              </a:pathLst>
            </a:custGeom>
            <a:gradFill flip="none" rotWithShape="1">
              <a:gsLst>
                <a:gs pos="65000">
                  <a:schemeClr val="accent6">
                    <a:lumMod val="60000"/>
                    <a:lumOff val="40000"/>
                  </a:schemeClr>
                </a:gs>
                <a:gs pos="90000">
                  <a:schemeClr val="accent6">
                    <a:lumMod val="20000"/>
                    <a:lumOff val="80000"/>
                  </a:schemeClr>
                </a:gs>
                <a:gs pos="25000">
                  <a:schemeClr val="accent6">
                    <a:lumMod val="50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2E9E573-CC8D-D30B-600D-E9D6143CCCAB}"/>
              </a:ext>
            </a:extLst>
          </p:cNvPr>
          <p:cNvSpPr txBox="1"/>
          <p:nvPr/>
        </p:nvSpPr>
        <p:spPr>
          <a:xfrm>
            <a:off x="205484" y="181366"/>
            <a:ext cx="1839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Watermark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779E11-60CA-7ED2-B9F8-31F918ACE70B}"/>
              </a:ext>
            </a:extLst>
          </p:cNvPr>
          <p:cNvSpPr/>
          <p:nvPr/>
        </p:nvSpPr>
        <p:spPr>
          <a:xfrm>
            <a:off x="2199190" y="1504709"/>
            <a:ext cx="6967959" cy="373862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4259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V Option 1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6B9F25"/>
      </a:accent5>
      <a:accent6>
        <a:srgbClr val="D8A337"/>
      </a:accent6>
      <a:hlink>
        <a:srgbClr val="6B9F25"/>
      </a:hlink>
      <a:folHlink>
        <a:srgbClr val="9F6715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47ea908-e8c6-4be3-ab97-61fc514fddd0" xsi:nil="true"/>
    <lcf76f155ced4ddcb4097134ff3c332f xmlns="fd9f76e3-de9b-4bcc-8bcf-343551d6438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AEC02FBDD9AC49ADA45806EFAB5C76" ma:contentTypeVersion="11" ma:contentTypeDescription="Create a new document." ma:contentTypeScope="" ma:versionID="eef0a9862bd8de75292e66ff0b484e40">
  <xsd:schema xmlns:xsd="http://www.w3.org/2001/XMLSchema" xmlns:xs="http://www.w3.org/2001/XMLSchema" xmlns:p="http://schemas.microsoft.com/office/2006/metadata/properties" xmlns:ns2="fd9f76e3-de9b-4bcc-8bcf-343551d64385" xmlns:ns3="947ea908-e8c6-4be3-ab97-61fc514fddd0" targetNamespace="http://schemas.microsoft.com/office/2006/metadata/properties" ma:root="true" ma:fieldsID="335793230429e38bf0e5c6f73bf80116" ns2:_="" ns3:_="">
    <xsd:import namespace="fd9f76e3-de9b-4bcc-8bcf-343551d64385"/>
    <xsd:import namespace="947ea908-e8c6-4be3-ab97-61fc514fdd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9f76e3-de9b-4bcc-8bcf-343551d643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24a188-3280-4a50-8334-2b230e5b7f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7ea908-e8c6-4be3-ab97-61fc514fdd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11712be-a801-4008-af6b-3caf944952bb}" ma:internalName="TaxCatchAll" ma:showField="CatchAllData" ma:web="947ea908-e8c6-4be3-ab97-61fc514fdd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11DA05-008F-4A41-8408-B04B79A9DA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F19ED7-91BC-4D7F-83A3-A256D6478E96}">
  <ds:schemaRefs>
    <ds:schemaRef ds:uri="http://schemas.microsoft.com/office/2006/metadata/properties"/>
    <ds:schemaRef ds:uri="http://schemas.microsoft.com/office/infopath/2007/PartnerControls"/>
    <ds:schemaRef ds:uri="947ea908-e8c6-4be3-ab97-61fc514fddd0"/>
    <ds:schemaRef ds:uri="fd9f76e3-de9b-4bcc-8bcf-343551d64385"/>
  </ds:schemaRefs>
</ds:datastoreItem>
</file>

<file path=customXml/itemProps3.xml><?xml version="1.0" encoding="utf-8"?>
<ds:datastoreItem xmlns:ds="http://schemas.openxmlformats.org/officeDocument/2006/customXml" ds:itemID="{C92D340D-A82E-44C1-912D-E6D1D327430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</TotalTime>
  <Words>67</Words>
  <Application>Microsoft Office PowerPoint</Application>
  <PresentationFormat>Widescreen</PresentationFormat>
  <Paragraphs>29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Montserrat</vt:lpstr>
      <vt:lpstr>Office Theme</vt:lpstr>
      <vt:lpstr>MSV Logo &amp; Font Scheme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 Taranaki</dc:creator>
  <cp:lastModifiedBy>Lon Taranaki</cp:lastModifiedBy>
  <cp:revision>1</cp:revision>
  <dcterms:created xsi:type="dcterms:W3CDTF">2026-01-07T05:23:01Z</dcterms:created>
  <dcterms:modified xsi:type="dcterms:W3CDTF">2026-01-18T03:49:27Z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0x010100AFAEC02FBDD9AC49ADA45806EFAB5C76</vt:lpwstr>
  </property>
  <property fmtid="{D5CDD505-2E9C-101B-9397-08002B2CF9AE}" pid="3" name="MediaServiceImageTags">
    <vt:lpwstr/>
  </property>
</Properties>
</file>